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2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3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54f514f9a814e5f" /><Relationship Type="http://schemas.openxmlformats.org/officeDocument/2006/relationships/extended-properties" Target="/docProps/app.xml" Id="Rb3ae634d38654601" /><Relationship Type="http://schemas.openxmlformats.org/officeDocument/2006/relationships/officeDocument" Target="/ppt/presentation.xml" Id="Rd6b81564549347b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89a74c1840248b5"/>
  </p:sldMasterIdLst>
  <p:notesMasterIdLst>
    <p:notesMasterId xmlns:r="http://schemas.openxmlformats.org/officeDocument/2006/relationships" r:id="Rd0202831e42d413b"/>
  </p:notesMasterIdLst>
  <p:sldIdLst>
    <p:sldId xmlns:r="http://schemas.openxmlformats.org/officeDocument/2006/relationships" id="256" r:id="R07035717bc184b81"/>
    <p:sldId xmlns:r="http://schemas.openxmlformats.org/officeDocument/2006/relationships" id="257" r:id="R5cfddf094a4442f3"/>
    <p:sldId xmlns:r="http://schemas.openxmlformats.org/officeDocument/2006/relationships" id="258" r:id="R57da5e20f2174a8c"/>
    <p:sldId xmlns:r="http://schemas.openxmlformats.org/officeDocument/2006/relationships" id="259" r:id="R9a25fb9d309d4d20"/>
    <p:sldId xmlns:r="http://schemas.openxmlformats.org/officeDocument/2006/relationships" id="260" r:id="Rb0162e302fdb47e7"/>
    <p:sldId xmlns:r="http://schemas.openxmlformats.org/officeDocument/2006/relationships" id="261" r:id="Rf0ec13c153f444e7"/>
    <p:sldId xmlns:r="http://schemas.openxmlformats.org/officeDocument/2006/relationships" id="262" r:id="Ra965338584d24f39"/>
    <p:sldId xmlns:r="http://schemas.openxmlformats.org/officeDocument/2006/relationships" id="263" r:id="R32bb9c39484f44b1"/>
    <p:sldId xmlns:r="http://schemas.openxmlformats.org/officeDocument/2006/relationships" id="264" r:id="R3b079c33da8346cb"/>
    <p:sldId xmlns:r="http://schemas.openxmlformats.org/officeDocument/2006/relationships" id="265" r:id="R7dc71024a73e40a1"/>
    <p:sldId xmlns:r="http://schemas.openxmlformats.org/officeDocument/2006/relationships" id="266" r:id="Rd6549c4e0db948f5"/>
    <p:sldId xmlns:r="http://schemas.openxmlformats.org/officeDocument/2006/relationships" id="267" r:id="R211b16a47798471c"/>
    <p:sldId xmlns:r="http://schemas.openxmlformats.org/officeDocument/2006/relationships" id="268" r:id="Rb1c0562ed9f54e03"/>
    <p:sldId xmlns:r="http://schemas.openxmlformats.org/officeDocument/2006/relationships" id="269" r:id="R4ad99b6712e04e7b"/>
    <p:sldId xmlns:r="http://schemas.openxmlformats.org/officeDocument/2006/relationships" id="270" r:id="R05b16e76a734421c"/>
    <p:sldId xmlns:r="http://schemas.openxmlformats.org/officeDocument/2006/relationships" id="271" r:id="R3ae072a480754204"/>
    <p:sldId xmlns:r="http://schemas.openxmlformats.org/officeDocument/2006/relationships" id="272" r:id="R2566a0a539f44481"/>
    <p:sldId xmlns:r="http://schemas.openxmlformats.org/officeDocument/2006/relationships" id="273" r:id="R8e3841f49bf24d7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d9d650f889741ca" /><Relationship Type="http://schemas.openxmlformats.org/officeDocument/2006/relationships/slideMaster" Target="/ppt/slideMasters/slideMaster1.xml" Id="R989a74c1840248b5" /><Relationship Type="http://schemas.openxmlformats.org/officeDocument/2006/relationships/notesMaster" Target="/ppt/notesMasters/notesMaster1.xml" Id="Rd0202831e42d413b" /><Relationship Type="http://schemas.openxmlformats.org/officeDocument/2006/relationships/presProps" Target="/ppt/presProps.xml" Id="R4f6ec91df4a84c7b" /><Relationship Type="http://schemas.openxmlformats.org/officeDocument/2006/relationships/viewProps" Target="/ppt/viewProps.xml" Id="R5a63404cc40f4bf0" /><Relationship Type="http://schemas.openxmlformats.org/officeDocument/2006/relationships/tableStyles" Target="/ppt/tableStyles.xml" Id="Rbd3e3337e42f464e" /><Relationship Type="http://schemas.openxmlformats.org/officeDocument/2006/relationships/slide" Target="/ppt/slides/slide1.xml" Id="R07035717bc184b81" /><Relationship Type="http://schemas.openxmlformats.org/officeDocument/2006/relationships/slide" Target="/ppt/slides/slide2.xml" Id="R5cfddf094a4442f3" /><Relationship Type="http://schemas.openxmlformats.org/officeDocument/2006/relationships/slide" Target="/ppt/slides/slide3.xml" Id="R57da5e20f2174a8c" /><Relationship Type="http://schemas.openxmlformats.org/officeDocument/2006/relationships/slide" Target="/ppt/slides/slide4.xml" Id="R9a25fb9d309d4d20" /><Relationship Type="http://schemas.openxmlformats.org/officeDocument/2006/relationships/slide" Target="/ppt/slides/slide5.xml" Id="Rb0162e302fdb47e7" /><Relationship Type="http://schemas.openxmlformats.org/officeDocument/2006/relationships/slide" Target="/ppt/slides/slide6.xml" Id="Rf0ec13c153f444e7" /><Relationship Type="http://schemas.openxmlformats.org/officeDocument/2006/relationships/slide" Target="/ppt/slides/slide7.xml" Id="Ra965338584d24f39" /><Relationship Type="http://schemas.openxmlformats.org/officeDocument/2006/relationships/slide" Target="/ppt/slides/slide8.xml" Id="R32bb9c39484f44b1" /><Relationship Type="http://schemas.openxmlformats.org/officeDocument/2006/relationships/slide" Target="/ppt/slides/slide9.xml" Id="R3b079c33da8346cb" /><Relationship Type="http://schemas.openxmlformats.org/officeDocument/2006/relationships/slide" Target="/ppt/slides/slide10.xml" Id="R7dc71024a73e40a1" /><Relationship Type="http://schemas.openxmlformats.org/officeDocument/2006/relationships/slide" Target="/ppt/slides/slide11.xml" Id="Rd6549c4e0db948f5" /><Relationship Type="http://schemas.openxmlformats.org/officeDocument/2006/relationships/slide" Target="/ppt/slides/slide12.xml" Id="R211b16a47798471c" /><Relationship Type="http://schemas.openxmlformats.org/officeDocument/2006/relationships/slide" Target="/ppt/slides/slide13.xml" Id="Rb1c0562ed9f54e03" /><Relationship Type="http://schemas.openxmlformats.org/officeDocument/2006/relationships/slide" Target="/ppt/slides/slide14.xml" Id="R4ad99b6712e04e7b" /><Relationship Type="http://schemas.openxmlformats.org/officeDocument/2006/relationships/slide" Target="/ppt/slides/slide15.xml" Id="R05b16e76a734421c" /><Relationship Type="http://schemas.openxmlformats.org/officeDocument/2006/relationships/slide" Target="/ppt/slides/slide16.xml" Id="R3ae072a480754204" /><Relationship Type="http://schemas.openxmlformats.org/officeDocument/2006/relationships/slide" Target="/ppt/slides/slide17.xml" Id="R2566a0a539f44481" /><Relationship Type="http://schemas.openxmlformats.org/officeDocument/2006/relationships/slide" Target="/ppt/slides/slide18.xml" Id="R8e3841f49bf24d7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5ec41e856d8489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32ce8c269cc4fd7" /><Relationship Type="http://schemas.openxmlformats.org/officeDocument/2006/relationships/notesMaster" Target="/ppt/notesMasters/notesMaster1.xml" Id="R2ce0b8df1d3544e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328c551fac743a7" /><Relationship Type="http://schemas.openxmlformats.org/officeDocument/2006/relationships/notesMaster" Target="/ppt/notesMasters/notesMaster1.xml" Id="Refd1c918f2074bf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a25b1c8bab849ad" /><Relationship Type="http://schemas.openxmlformats.org/officeDocument/2006/relationships/notesMaster" Target="/ppt/notesMasters/notesMaster1.xml" Id="R3a4aa01b9ede436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9e8d38c4a3548d0" /><Relationship Type="http://schemas.openxmlformats.org/officeDocument/2006/relationships/notesMaster" Target="/ppt/notesMasters/notesMaster1.xml" Id="R6c03da96bac8478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b237846584c4723" /><Relationship Type="http://schemas.openxmlformats.org/officeDocument/2006/relationships/notesMaster" Target="/ppt/notesMasters/notesMaster1.xml" Id="R0075392837ed491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526ee1478e14dfd" /><Relationship Type="http://schemas.openxmlformats.org/officeDocument/2006/relationships/notesMaster" Target="/ppt/notesMasters/notesMaster1.xml" Id="Reb656ca9f3a64d3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39503fa20834d8f" /><Relationship Type="http://schemas.openxmlformats.org/officeDocument/2006/relationships/notesMaster" Target="/ppt/notesMasters/notesMaster1.xml" Id="R870dffb8aee54dd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0effb5e2d1745c7" /><Relationship Type="http://schemas.openxmlformats.org/officeDocument/2006/relationships/notesMaster" Target="/ppt/notesMasters/notesMaster1.xml" Id="R4c249dfdae6445f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224e0db72614cd2" /><Relationship Type="http://schemas.openxmlformats.org/officeDocument/2006/relationships/notesMaster" Target="/ppt/notesMasters/notesMaster1.xml" Id="R033604331b1347b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f5c18994fb4480e" /><Relationship Type="http://schemas.openxmlformats.org/officeDocument/2006/relationships/notesMaster" Target="/ppt/notesMasters/notesMaster1.xml" Id="R8eb1fa99569e4e2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321b0fdf7f5419d" /><Relationship Type="http://schemas.openxmlformats.org/officeDocument/2006/relationships/notesMaster" Target="/ppt/notesMasters/notesMaster1.xml" Id="Re20dc3f38f654da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c0e909b26194af7" /><Relationship Type="http://schemas.openxmlformats.org/officeDocument/2006/relationships/notesMaster" Target="/ppt/notesMasters/notesMaster1.xml" Id="Rca4cc42380544b7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26ef8ea0f2e415b" /><Relationship Type="http://schemas.openxmlformats.org/officeDocument/2006/relationships/notesMaster" Target="/ppt/notesMasters/notesMaster1.xml" Id="R888336469b3a425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0dfab110fba42c3" /><Relationship Type="http://schemas.openxmlformats.org/officeDocument/2006/relationships/notesMaster" Target="/ppt/notesMasters/notesMaster1.xml" Id="R2a4b96618fb94de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cc0ffba20a640df" /><Relationship Type="http://schemas.openxmlformats.org/officeDocument/2006/relationships/notesMaster" Target="/ppt/notesMasters/notesMaster1.xml" Id="R411cce80d5f9471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59be5737ee64e23" /><Relationship Type="http://schemas.openxmlformats.org/officeDocument/2006/relationships/notesMaster" Target="/ppt/notesMasters/notesMaster1.xml" Id="R507cb92a8fe44cb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543861114ac44e6" /><Relationship Type="http://schemas.openxmlformats.org/officeDocument/2006/relationships/notesMaster" Target="/ppt/notesMasters/notesMaster1.xml" Id="R895e35d3449a48f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4c0a6d17cab4d62" /><Relationship Type="http://schemas.openxmlformats.org/officeDocument/2006/relationships/notesMaster" Target="/ppt/notesMasters/notesMaster1.xml" Id="R747bf94dacf7450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[Sources]</a:t>
            </a:r>
          </a:p>
          <a:p xmlns:a="http://schemas.openxmlformats.org/drawingml/2006/main">
            <a:pPr>
              <a:buNone/>
            </a:pPr>
            <a:r>
              <a:t>- Финальное решение/docs/SOLUTION_ARCHITECTURE.md</a:t>
            </a:r>
          </a:p>
          <a:p xmlns:a="http://schemas.openxmlformats.org/drawingml/2006/main">
            <a:pPr>
              <a:buNone/>
            </a:pPr>
            <a:r>
              <a:t>- Финальное решение/docs/FINAL_SUBMISSION_CHECKLIST.md</a:t>
            </a:r>
          </a:p>
          <a:p xmlns:a="http://schemas.openxmlformats.org/drawingml/2006/main">
            <a:pPr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[Sources]</a:t>
            </a:r>
          </a:p>
          <a:p xmlns:a="http://schemas.openxmlformats.org/drawingml/2006/main">
            <a:pPr>
              <a:buNone/>
            </a:pPr>
            <a:r>
              <a:t>- Финальное решение/docs/error_analysis_montage.jpg</a:t>
            </a:r>
          </a:p>
          <a:p xmlns:a="http://schemas.openxmlformats.org/drawingml/2006/main">
            <a:pPr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[Sources]</a:t>
            </a:r>
          </a:p>
          <a:p xmlns:a="http://schemas.openxmlformats.org/drawingml/2006/main">
            <a:pPr>
              <a:buNone/>
            </a:pPr>
            <a:r>
              <a:t>- Финальное решение/docs/SOLUTION_ARCHITECTURE.md</a:t>
            </a:r>
          </a:p>
          <a:p xmlns:a="http://schemas.openxmlformats.org/drawingml/2006/main">
            <a:pPr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[Sources]</a:t>
            </a:r>
          </a:p>
          <a:p xmlns:a="http://schemas.openxmlformats.org/drawingml/2006/main">
            <a:pPr>
              <a:buNone/>
            </a:pPr>
            <a:r>
              <a:t>- Финальное решение/docs/SOLUTION_ARCHITECTURE.md</a:t>
            </a:r>
          </a:p>
          <a:p xmlns:a="http://schemas.openxmlformats.org/drawingml/2006/main">
            <a:pPr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[Sources]</a:t>
            </a:r>
          </a:p>
          <a:p xmlns:a="http://schemas.openxmlformats.org/drawingml/2006/main">
            <a:pPr>
              <a:buNone/>
            </a:pPr>
            <a:r>
              <a:t>- Финальное решение/docs/SOLUTION_ARCHITECTURE.md</a:t>
            </a:r>
          </a:p>
          <a:p xmlns:a="http://schemas.openxmlformats.org/drawingml/2006/main">
            <a:pPr>
              <a:buNone/>
            </a:pPr>
            <a:r>
              <a:t>- https://www.nvidia.com/content/dam/en-zz/Solutions/products/workstations/nvidia-rtx-a5000-datasheet.pdf</a:t>
            </a:r>
          </a:p>
          <a:p xmlns:a="http://schemas.openxmlformats.org/drawingml/2006/main">
            <a:pPr>
              <a:buNone/>
            </a:pPr>
            <a:r>
              <a:t>- https://docs.nvidia.com/deploy/cuda-compatibility/minor-version-compatibility.html</a:t>
            </a:r>
          </a:p>
          <a:p xmlns:a="http://schemas.openxmlformats.org/drawingml/2006/main">
            <a:pPr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1706412fb147c6" /><Relationship Type="http://schemas.openxmlformats.org/officeDocument/2006/relationships/image" Target="/ppt/media/image2.png" Id="R5450171b497c419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86ff5732a74a5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62f2e93dac495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802843be0e448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1ee7daca80424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eefea2ec11458b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bcdb606b7f4bb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dcac30777346b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0b4dc287ef402a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8392741f7f45e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9198bf9bf343ee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c6df4c56a34dcd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ac44b29e4c4c28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94cccae3084f7f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593954f8d24d41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943d47df0d482b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254d4fd39440a9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2f13e59a0e45ae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8257fcf645461a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2c7deaee2c407b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2583560ec64186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a018c9c4d64393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ed6cf1294f4b59" /></Relationships>
</file>

<file path=ppt/slideLayouts/slideLayout1.xml><?xml version="1.0" encoding="utf-8"?>
<p:sldLayout xmlns:p="http://schemas.openxmlformats.org/presentationml/2006/main" showMasterSp="1" showMasterPhAnim="0" matchingName="" preserve="1" userDrawn="1">
  <p:cSld name="Титульный слайд">
    <p:bg>
      <p:bgPr>
        <a:blipFill xmlns:a="http://schemas.openxmlformats.org/drawingml/2006/main" rotWithShape="1">
          <a:blip xmlns:r="http://schemas.openxmlformats.org/officeDocument/2006/relationships" r:embed="R5450171b497c4194">
            <a:lum/>
          </a:blip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83682889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9C3F1249-3E17-4025-BD39-CC028AE8CA46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6792000" y="395288"/>
            <a:ext cx="5400000" cy="5400000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Иконка задачи</a:t>
            </a:r>
          </a:p>
        </p:txBody>
      </p:sp>
      <p:sp>
        <p:nvSpPr>
          <p:cNvPr id="88029575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1D39C8AF-7E30-4345-9E4C-ADC6812C829C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0" y="4323440"/>
            <a:ext cx="8930641" cy="82701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>
            <a:lvl1pPr marL="0" indent="712788"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НАЗВАНИЕ КОМАНДЫ</a:t>
            </a:r>
          </a:p>
        </p:txBody>
      </p:sp>
      <p:sp>
        <p:nvSpPr>
          <p:cNvPr id="401620835" name="Рисунок 41">
            <a:extLst xmlns:a="http://schemas.openxmlformats.org/drawingml/2006/main">
              <a:ext uri="{FF2B5EF4-FFF2-40B4-BE49-F238E27FC236}">
                <a16:creationId xmlns:a16="http://schemas.microsoft.com/office/drawing/2014/main" id="{0DAA202C-9924-47D1-AC42-3573889B93C7}"/>
              </a:ext>
            </a:extLst>
          </p:cNvPr>
          <p:cNvSpPr>
            <a:spLocks xmlns:a="http://schemas.openxmlformats.org/drawingml/2006/main" noGrp="1"/>
          </p:cNvSpPr>
          <p:nvPr>
            <p:ph type="pic" idx="11" hasCustomPrompt="1"/>
          </p:nvPr>
        </p:nvSpPr>
        <p:spPr>
          <a:xfrm xmlns:a="http://schemas.openxmlformats.org/drawingml/2006/main">
            <a:off x="802640" y="2911980"/>
            <a:ext cx="3386773" cy="1082589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Логотип/логотипы постановщика задачи</a:t>
            </a:r>
          </a:p>
        </p:txBody>
      </p:sp>
      <p:sp>
        <p:nvSpPr>
          <p:cNvPr id="602869623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1C75959C-E146-473A-BD6D-46F32BA6F597}"/>
              </a:ext>
            </a:extLst>
          </p:cNvPr>
          <p:cNvSpPr>
            <a:spLocks xmlns:a="http://schemas.openxmlformats.org/drawingml/2006/main" noGrp="1"/>
          </p:cNvSpPr>
          <p:nvPr>
            <p:ph type="body" idx="12" hasCustomPrompt="1"/>
          </p:nvPr>
        </p:nvSpPr>
        <p:spPr>
          <a:xfrm xmlns:a="http://schemas.openxmlformats.org/drawingml/2006/main">
            <a:off x="0" y="5149851"/>
            <a:ext cx="8930641" cy="757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712788">
              <a:buNone/>
              <a:defRPr sz="1800"/>
            </a:lvl1pPr>
          </a:lstStyle>
          <a:p xmlns:a="http://schemas.openxmlformats.org/drawingml/2006/main">
            <a:pPr>
              <a:buNone/>
            </a:pPr>
            <a:r>
              <a:rPr sz="1600" b="0"/>
              <a:t>Номер и название задачи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showMasterSp="1" showMasterPhAnim="0" matchingName="" preserve="1" userDrawn="1">
  <p:cSld name="1_Описание команд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97076004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55B4C93C-73C2-40A9-AFDC-4668EFECE756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6894095" y="1044081"/>
            <a:ext cx="4962943" cy="2221824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Фото команды</a:t>
            </a:r>
          </a:p>
        </p:txBody>
      </p:sp>
      <p:sp>
        <p:nvSpPr>
          <p:cNvPr id="166635619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792D0641-755A-4769-B33E-73BF5B7FE488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46075" y="395288"/>
            <a:ext cx="11244772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КОМАНДА «НАЗВАНИЕ»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showMasterSp="1" showMasterPhAnim="0" matchingName="" preserve="1" userDrawn="1">
  <p:cSld name="Команд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05223789" name="Дата 3">
            <a:extLst xmlns:a="http://schemas.openxmlformats.org/drawingml/2006/main">
              <a:ext uri="{FF2B5EF4-FFF2-40B4-BE49-F238E27FC236}">
                <a16:creationId xmlns:a16="http://schemas.microsoft.com/office/drawing/2014/main" id="{BF29B79A-228C-463C-BA8B-258B20631E2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67EB9651-F031-4963-AFE9-33BCC0E88757}" type="datetime1">
              <a:t>16.09.2026</a:t>
            </a:fld>
          </a:p>
        </p:txBody>
      </p:sp>
      <p:sp>
        <p:nvSpPr>
          <p:cNvPr id="1048786552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DEF439D8-AE3D-4EDB-A7DE-03692A5862B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</a:p>
        </p:txBody>
      </p:sp>
      <p:sp>
        <p:nvSpPr>
          <p:cNvPr id="1993809064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1CCE300F-D192-41FC-811B-98AF5088DE6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7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52DCC5B9-D646-4B76-891F-6FF4E74E9CB4}" type="slidenum">
              <a:t>4</a:t>
            </a:fld>
          </a:p>
        </p:txBody>
      </p:sp>
      <p:sp>
        <p:nvSpPr>
          <p:cNvPr id="192736678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B67C2883-244D-44B1-BFFE-0BE39BBF21D7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46075" y="395288"/>
            <a:ext cx="11244772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КОМАНДА «НАЗВАНИЕ»</a:t>
            </a:r>
          </a:p>
        </p:txBody>
      </p:sp>
      <p:sp>
        <p:nvSpPr>
          <p:cNvPr id="179597352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0703DE6-5331-4FEA-B347-251C3AE95EC1}"/>
              </a:ext>
            </a:extLst>
          </p:cNvPr>
          <p:cNvSpPr>
            <a:spLocks xmlns:a="http://schemas.openxmlformats.org/drawingml/2006/main" noGrp="1"/>
          </p:cNvSpPr>
          <p:nvPr>
            <p:ph type="body" idx="27" hasCustomPrompt="1"/>
          </p:nvPr>
        </p:nvSpPr>
        <p:spPr>
          <a:xfrm xmlns:a="http://schemas.openxmlformats.org/drawingml/2006/main">
            <a:off x="806323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191393798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5A97462-8A32-414C-84AC-96BC286176A0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3014568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1154833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8A418ABC-2DD4-47F6-8FA8-C0AE98EA0A73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5191192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200006364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95DC221-98F1-4180-9D5C-F2505DB6D256}"/>
              </a:ext>
            </a:extLst>
          </p:cNvPr>
          <p:cNvSpPr>
            <a:spLocks xmlns:a="http://schemas.openxmlformats.org/drawingml/2006/main" noGrp="1"/>
          </p:cNvSpPr>
          <p:nvPr>
            <p:ph type="body" idx="37" hasCustomPrompt="1"/>
          </p:nvPr>
        </p:nvSpPr>
        <p:spPr>
          <a:xfrm xmlns:a="http://schemas.openxmlformats.org/drawingml/2006/main">
            <a:off x="7366644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66002996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3357363-5143-4B63-9FBB-EC0898C7090E}"/>
              </a:ext>
            </a:extLst>
          </p:cNvPr>
          <p:cNvSpPr>
            <a:spLocks xmlns:a="http://schemas.openxmlformats.org/drawingml/2006/main" noGrp="1"/>
          </p:cNvSpPr>
          <p:nvPr>
            <p:ph type="body" idx="39" hasCustomPrompt="1"/>
          </p:nvPr>
        </p:nvSpPr>
        <p:spPr>
          <a:xfrm xmlns:a="http://schemas.openxmlformats.org/drawingml/2006/main">
            <a:off x="9542096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showMasterSp="1" showMasterPhAnim="0" matchingName="" preserve="1" userDrawn="1">
  <p:cSld name="Пустой с заголовком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58560272" name="Дата 3">
            <a:extLst xmlns:a="http://schemas.openxmlformats.org/drawingml/2006/main">
              <a:ext uri="{FF2B5EF4-FFF2-40B4-BE49-F238E27FC236}">
                <a16:creationId xmlns:a16="http://schemas.microsoft.com/office/drawing/2014/main" id="{3CB65F34-F48D-410D-A5B2-C8483D62D93D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1021F813-DBA1-42EC-A748-A9CC16659E6B}" type="datetime1">
              <a:t>16.09.2026</a:t>
            </a:fld>
          </a:p>
        </p:txBody>
      </p:sp>
      <p:sp>
        <p:nvSpPr>
          <p:cNvPr id="1123256481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9EB6AD09-56E3-4A75-BBC4-89EA3D0062E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</a:p>
        </p:txBody>
      </p:sp>
      <p:sp>
        <p:nvSpPr>
          <p:cNvPr id="70745183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D7BB6783-ACBC-401D-97B8-08D53CDE43B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7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52DCC5B9-D646-4B76-891F-6FF4E74E9CB4}" type="slidenum">
              <a:t>5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showMasterSp="1" showMasterPhAnim="0" matchingName="" preserve="1" userDrawn="1">
  <p:cSld name="Заголовок и объек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81669326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DD5A705B-4C4E-4B7D-9706-284778651CB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15392" y="1016177"/>
            <a:ext cx="11561229" cy="51607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712371166" name="Дата 3">
            <a:extLst xmlns:a="http://schemas.openxmlformats.org/drawingml/2006/main">
              <a:ext uri="{FF2B5EF4-FFF2-40B4-BE49-F238E27FC236}">
                <a16:creationId xmlns:a16="http://schemas.microsoft.com/office/drawing/2014/main" id="{D0C76558-8C06-4649-8358-B6361B14CEF1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7DE2642A-6018-4CC1-81AB-5FD8D2782D4F}" type="datetime1">
              <a:t>16.09.2026</a:t>
            </a:fld>
          </a:p>
        </p:txBody>
      </p:sp>
      <p:sp>
        <p:nvSpPr>
          <p:cNvPr id="1858665391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1E00E481-3AEB-486B-97C6-551426FC79D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</a:p>
        </p:txBody>
      </p:sp>
      <p:sp>
        <p:nvSpPr>
          <p:cNvPr id="141058281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449467B4-C4EB-4340-BBC0-C90F1CA20467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7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52DCC5B9-D646-4B76-891F-6FF4E74E9CB4}" type="slidenum">
              <a:t>&lt;#&gt;</a:t>
            </a:fld>
          </a:p>
        </p:txBody>
      </p:sp>
      <p:sp>
        <p:nvSpPr>
          <p:cNvPr id="454463469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EB210CC6-84DC-4B95-90D8-E6E18582BF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ОБРАЗЕЦ ЗАГОЛОВКА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showMasterSp="1" showMasterPhAnim="0" matchingName="" preserve="1" userDrawn="1">
  <p:cSld name="Два объект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68536032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053FA8FC-4C4F-4B27-B0AC-1E7C2FEC8CA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15387" y="1016001"/>
            <a:ext cx="5704418" cy="51847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04292606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925C0275-B9E0-414E-ADA8-BBC449EAD43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6" y="1016001"/>
            <a:ext cx="5670472" cy="51847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889770961" name="Дата 3">
            <a:extLst xmlns:a="http://schemas.openxmlformats.org/drawingml/2006/main">
              <a:ext uri="{FF2B5EF4-FFF2-40B4-BE49-F238E27FC236}">
                <a16:creationId xmlns:a16="http://schemas.microsoft.com/office/drawing/2014/main" id="{44D841C0-CCB8-4978-A070-54AD213A3DD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43014BBE-C503-4380-A869-5EE8294FE947}" type="datetime1">
              <a:t>16.09.2026</a:t>
            </a:fld>
          </a:p>
        </p:txBody>
      </p:sp>
      <p:sp>
        <p:nvSpPr>
          <p:cNvPr id="1213391983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FDE00BE5-93D4-44FF-AB82-F27597C5C4E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</a:p>
        </p:txBody>
      </p:sp>
      <p:sp>
        <p:nvSpPr>
          <p:cNvPr id="837774908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E1B8B75E-7D40-4302-A8FF-DF7F66C2FD6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7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52DCC5B9-D646-4B76-891F-6FF4E74E9CB4}" type="slidenum">
              <a:t>&lt;#&gt;</a:t>
            </a:fld>
          </a:p>
        </p:txBody>
      </p:sp>
      <p:sp>
        <p:nvSpPr>
          <p:cNvPr id="919287558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1F2BB933-8BCD-4B4F-A546-E428B77699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ОБРАЗЕЦ ЗАГОЛОВКА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showMasterSp="1" showMasterPhAnim="0" matchingName="" preserve="1" userDrawn="1">
  <p:cSld name="Сравн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18555898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338D880A-28D1-4D35-BEB4-49465015623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5386" y="1015427"/>
            <a:ext cx="5682193" cy="36512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2017223496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F68E15D8-FEDE-48DF-B724-055C8DC5FE9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349334" y="1598615"/>
            <a:ext cx="5648250" cy="46021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731636676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BAA3438D-97CA-4D00-B59C-442CA7B7395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5" y="1015427"/>
            <a:ext cx="5684841" cy="36512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91712141" name="Объект 5">
            <a:extLst xmlns:a="http://schemas.openxmlformats.org/drawingml/2006/main">
              <a:ext uri="{FF2B5EF4-FFF2-40B4-BE49-F238E27FC236}">
                <a16:creationId xmlns:a16="http://schemas.microsoft.com/office/drawing/2014/main" id="{2E28C209-654C-4135-9ECA-168F0E11DED0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2" y="1598615"/>
            <a:ext cx="5670472" cy="46021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72805432" name="Дата 3">
            <a:extLst xmlns:a="http://schemas.openxmlformats.org/drawingml/2006/main">
              <a:ext uri="{FF2B5EF4-FFF2-40B4-BE49-F238E27FC236}">
                <a16:creationId xmlns:a16="http://schemas.microsoft.com/office/drawing/2014/main" id="{685681E1-96ED-4063-BC45-85E88999451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0D568497-304A-497F-ADAE-97D3CF462C1C}" type="datetime1">
              <a:t>16.09.2026</a:t>
            </a:fld>
          </a:p>
        </p:txBody>
      </p:sp>
      <p:sp>
        <p:nvSpPr>
          <p:cNvPr id="657734324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7F8CB517-F6D8-4A70-8CB0-704A8CD7AF7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</a:p>
        </p:txBody>
      </p:sp>
      <p:sp>
        <p:nvSpPr>
          <p:cNvPr id="641445009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959E0EFA-BE57-4CBF-A88E-B88F1B4F5D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413507" y="6356357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52DCC5B9-D646-4B76-891F-6FF4E74E9CB4}" type="slidenum">
              <a:t>&lt;#&gt;</a:t>
            </a:fld>
          </a:p>
        </p:txBody>
      </p:sp>
      <p:sp>
        <p:nvSpPr>
          <p:cNvPr id="1291046477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8CA00B7C-4721-4B71-A892-D2BBE568D9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9334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ОБРАЗЕЦ ЗАГОЛОВКА</a:t>
            </a:r>
          </a:p>
        </p:txBody>
      </p:sp>
    </p:spTree>
  </p:cSld>
</p:sldLayout>
</file>

<file path=ppt/slideLayouts/slideLayout8.xml><?xml version="1.0" encoding="utf-8"?>
<p:sldLayout xmlns:p="http://schemas.openxmlformats.org/presentationml/2006/main" showMasterSp="1" showMasterPhAnim="0" matchingName="" type="blank" preserve="1" userDrawn="1">
  <p:cSld name="Пусто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48121395" name="Дата 3">
            <a:extLst xmlns:a="http://schemas.openxmlformats.org/drawingml/2006/main">
              <a:ext uri="{FF2B5EF4-FFF2-40B4-BE49-F238E27FC236}">
                <a16:creationId xmlns:a16="http://schemas.microsoft.com/office/drawing/2014/main" id="{7F04111F-F476-48C6-911D-7C35E126705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92CB240C-04A3-49D4-83F9-87A9C6C414DC}" type="datetime1">
              <a:t>16.09.2026</a:t>
            </a:fld>
          </a:p>
        </p:txBody>
      </p:sp>
      <p:sp>
        <p:nvSpPr>
          <p:cNvPr id="1484279738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1AFD4ADD-07A0-4DD6-8D0F-6902AB1C5C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</a:p>
        </p:txBody>
      </p:sp>
      <p:sp>
        <p:nvSpPr>
          <p:cNvPr id="1486186759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CB56773-94D4-4C62-BDA1-02D0D04A4A0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7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52DCC5B9-D646-4B76-891F-6FF4E74E9CB4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showMasterSp="1" showMasterPhAnim="0" matchingName="" type="objTx" preserve="1" userDrawn="1">
  <p:cSld name="Объект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185011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486CEFB0-8196-4E3B-9604-8476CDBBEB62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34966" y="1015999"/>
            <a:ext cx="4437062" cy="121341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2400"/>
            </a:lvl1pPr>
          </a:lstStyle>
          <a:p xmlns:a="http://schemas.openxmlformats.org/drawingml/2006/main">
            <a:pPr>
              <a:buNone/>
            </a:pPr>
            <a:r>
              <a:t>ОБРАЗЕЦ ЗАГОЛОВКА</a:t>
            </a:r>
          </a:p>
        </p:txBody>
      </p:sp>
      <p:sp>
        <p:nvSpPr>
          <p:cNvPr id="975281028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838C8B79-4C4D-47A6-8FE1-280018C81AE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94" y="1015999"/>
            <a:ext cx="6673847" cy="504952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750"/>
            </a:lvl1pPr>
            <a:lvl2pPr>
              <a:buNone/>
              <a:defRPr sz="1500"/>
            </a:lvl2pPr>
            <a:lvl3pPr>
              <a:buNone/>
              <a:defRPr sz="1250"/>
            </a:lvl3pPr>
            <a:lvl4pPr>
              <a:buNone/>
              <a:defRPr sz="1150"/>
            </a:lvl4pPr>
            <a:lvl5pPr>
              <a:buNone/>
              <a:defRPr sz="1150"/>
            </a:lvl5pPr>
            <a:lvl6pPr>
              <a:buNone/>
              <a:defRPr sz="1250"/>
            </a:lvl6pPr>
            <a:lvl7pPr>
              <a:buNone/>
              <a:defRPr sz="1250"/>
            </a:lvl7pPr>
            <a:lvl8pPr>
              <a:buNone/>
              <a:defRPr sz="1250"/>
            </a:lvl8pPr>
            <a:lvl9pPr>
              <a:buNone/>
              <a:defRPr sz="1250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896366570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23D01D02-EF4A-4B4E-A5B0-F0E2D6A09BB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34966" y="2428239"/>
            <a:ext cx="4437062" cy="363728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376611987" name="Дата 3">
            <a:extLst xmlns:a="http://schemas.openxmlformats.org/drawingml/2006/main">
              <a:ext uri="{FF2B5EF4-FFF2-40B4-BE49-F238E27FC236}">
                <a16:creationId xmlns:a16="http://schemas.microsoft.com/office/drawing/2014/main" id="{D789E08E-286D-4CF3-A1F7-7BD51D2430A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DE74468B-3512-454B-AB51-7AE95604D39E}" type="datetime1">
              <a:t>16.09.2026</a:t>
            </a:fld>
          </a:p>
        </p:txBody>
      </p:sp>
      <p:sp>
        <p:nvSpPr>
          <p:cNvPr id="1556152487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C202AD25-B642-466A-AE66-83668545A6A5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</a:p>
        </p:txBody>
      </p:sp>
      <p:sp>
        <p:nvSpPr>
          <p:cNvPr id="91458955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7B8B9E87-E425-45A5-87E3-6425EFCA7C9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7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52DCC5B9-D646-4B76-891F-6FF4E74E9CB4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showMasterSp="1" showMasterPhAnim="0" matchingName="" preserve="1" userDrawn="1">
  <p:cSld name="Рисунок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6801652" name="Дата 4">
            <a:extLst xmlns:a="http://schemas.openxmlformats.org/drawingml/2006/main">
              <a:ext uri="{FF2B5EF4-FFF2-40B4-BE49-F238E27FC236}">
                <a16:creationId xmlns:a16="http://schemas.microsoft.com/office/drawing/2014/main" id="{9D0FC297-2459-4347-96A0-E6A60E11F6A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ABAB2196-A440-4E25-B9FF-D0ADB01B1A15}" type="datetime1">
              <a:t>16.09.2026</a:t>
            </a:fld>
          </a:p>
        </p:txBody>
      </p:sp>
      <p:sp>
        <p:nvSpPr>
          <p:cNvPr id="2075348248" name="Нижний колонтитул 5">
            <a:extLst xmlns:a="http://schemas.openxmlformats.org/drawingml/2006/main">
              <a:ext uri="{FF2B5EF4-FFF2-40B4-BE49-F238E27FC236}">
                <a16:creationId xmlns:a16="http://schemas.microsoft.com/office/drawing/2014/main" id="{6591D98F-09E5-4621-BC73-2266BB01A06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519872225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72009F52-00B0-4220-88F3-FB61C0468291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802640" y="3922529"/>
            <a:ext cx="5293359" cy="1654542"/>
          </a:xfrm>
        </p:spPr>
        <p:txBody>
          <a:bodyPr xmlns:a="http://schemas.openxmlformats.org/drawingml/2006/main" anchor="ctr"/>
          <a:lstStyle xmlns:a="http://schemas.openxmlformats.org/drawingml/2006/main">
            <a:lvl1pPr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ОБРАЗЕЦ ЗАГОЛОВКА</a:t>
            </a:r>
          </a:p>
        </p:txBody>
      </p:sp>
      <p:sp>
        <p:nvSpPr>
          <p:cNvPr id="1968345768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6C8C3787-EFF4-46E6-9311-E3236725AEB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7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52DCC5B9-D646-4B76-891F-6FF4E74E9CB4}" type="slidenum">
              <a:t>1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showMasterSp="1" showMasterPhAnim="0" matchingName="" preserve="1" userDrawn="1">
  <p:cSld name="Содержание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31270877" name="Дата 3">
            <a:extLst xmlns:a="http://schemas.openxmlformats.org/drawingml/2006/main">
              <a:ext uri="{FF2B5EF4-FFF2-40B4-BE49-F238E27FC236}">
                <a16:creationId xmlns:a16="http://schemas.microsoft.com/office/drawing/2014/main" id="{5133131B-5345-48D1-A437-D2ED9C5BAD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C7BAE699-64F9-49EF-B784-2DEF2B221955}" type="datetime1">
              <a:t>16.09.2026</a:t>
            </a:fld>
          </a:p>
        </p:txBody>
      </p:sp>
      <p:sp>
        <p:nvSpPr>
          <p:cNvPr id="1950419902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77A631AF-1418-457E-96BD-5007206CA245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</a:p>
        </p:txBody>
      </p:sp>
      <p:sp>
        <p:nvSpPr>
          <p:cNvPr id="20005845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958930C5-51F1-4BB4-BA82-1E47BFC432D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7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52DCC5B9-D646-4B76-891F-6FF4E74E9CB4}" type="slidenum">
              <a:t>&lt;#&gt;</a:t>
            </a:fld>
          </a:p>
        </p:txBody>
      </p:sp>
      <p:sp>
        <p:nvSpPr>
          <p:cNvPr id="1792380901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60BC7A59-1AA4-41D5-AAB5-193F07781F47}"/>
              </a:ext>
            </a:extLst>
          </p:cNvPr>
          <p:cNvSpPr>
            <a:spLocks xmlns:a="http://schemas.openxmlformats.org/drawingml/2006/main" noGrp="1"/>
          </p:cNvSpPr>
          <p:nvPr>
            <p:ph type="body" idx="37" hasCustomPrompt="1"/>
          </p:nvPr>
        </p:nvSpPr>
        <p:spPr>
          <a:xfrm xmlns:a="http://schemas.openxmlformats.org/drawingml/2006/main">
            <a:off x="1873541" y="1222713"/>
            <a:ext cx="3866856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874422937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BEBF22C3-2C3A-4C30-997C-8E54259BC780}"/>
              </a:ext>
            </a:extLst>
          </p:cNvPr>
          <p:cNvSpPr>
            <a:spLocks xmlns:a="http://schemas.openxmlformats.org/drawingml/2006/main" noGrp="1"/>
          </p:cNvSpPr>
          <p:nvPr>
            <p:ph type="body" idx="38" hasCustomPrompt="1"/>
          </p:nvPr>
        </p:nvSpPr>
        <p:spPr>
          <a:xfrm xmlns:a="http://schemas.openxmlformats.org/drawingml/2006/main">
            <a:off x="1873544" y="1790324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1694822356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4FF4481-7AC1-45A0-9A6D-95D58403AB3D}"/>
              </a:ext>
            </a:extLst>
          </p:cNvPr>
          <p:cNvSpPr>
            <a:spLocks xmlns:a="http://schemas.openxmlformats.org/drawingml/2006/main" noGrp="1"/>
          </p:cNvSpPr>
          <p:nvPr>
            <p:ph type="body" idx="39" hasCustomPrompt="1"/>
          </p:nvPr>
        </p:nvSpPr>
        <p:spPr>
          <a:xfrm xmlns:a="http://schemas.openxmlformats.org/drawingml/2006/main">
            <a:off x="1854185" y="2826697"/>
            <a:ext cx="3866856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69095115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56339C4D-B996-4906-8439-0A054FC49EFF}"/>
              </a:ext>
            </a:extLst>
          </p:cNvPr>
          <p:cNvSpPr>
            <a:spLocks xmlns:a="http://schemas.openxmlformats.org/drawingml/2006/main" noGrp="1"/>
          </p:cNvSpPr>
          <p:nvPr>
            <p:ph type="body" idx="40" hasCustomPrompt="1"/>
          </p:nvPr>
        </p:nvSpPr>
        <p:spPr>
          <a:xfrm xmlns:a="http://schemas.openxmlformats.org/drawingml/2006/main">
            <a:off x="1854185" y="3374436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1682530970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975B624F-8012-4D9B-8CA0-0B2E533706F1}"/>
              </a:ext>
            </a:extLst>
          </p:cNvPr>
          <p:cNvSpPr>
            <a:spLocks xmlns:a="http://schemas.openxmlformats.org/drawingml/2006/main" noGrp="1"/>
          </p:cNvSpPr>
          <p:nvPr>
            <p:ph type="body" idx="41" hasCustomPrompt="1"/>
          </p:nvPr>
        </p:nvSpPr>
        <p:spPr>
          <a:xfrm xmlns:a="http://schemas.openxmlformats.org/drawingml/2006/main">
            <a:off x="1854185" y="4410809"/>
            <a:ext cx="3866856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926454970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D9D2994E-D649-40C0-89D2-9D6B626299C7}"/>
              </a:ext>
            </a:extLst>
          </p:cNvPr>
          <p:cNvSpPr>
            <a:spLocks xmlns:a="http://schemas.openxmlformats.org/drawingml/2006/main" noGrp="1"/>
          </p:cNvSpPr>
          <p:nvPr>
            <p:ph type="body" idx="42" hasCustomPrompt="1"/>
          </p:nvPr>
        </p:nvSpPr>
        <p:spPr>
          <a:xfrm xmlns:a="http://schemas.openxmlformats.org/drawingml/2006/main">
            <a:off x="1854185" y="4958548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106979775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EF3D0CBF-D4DF-427A-B34A-D5A753E8498A}"/>
              </a:ext>
            </a:extLst>
          </p:cNvPr>
          <p:cNvSpPr>
            <a:spLocks xmlns:a="http://schemas.openxmlformats.org/drawingml/2006/main" noGrp="1"/>
          </p:cNvSpPr>
          <p:nvPr>
            <p:ph type="body" idx="43" hasCustomPrompt="1"/>
          </p:nvPr>
        </p:nvSpPr>
        <p:spPr>
          <a:xfrm xmlns:a="http://schemas.openxmlformats.org/drawingml/2006/main">
            <a:off x="7546648" y="1222713"/>
            <a:ext cx="3866856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635738940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7FBCD902-5F3A-489D-840C-2802CFF5BEFE}"/>
              </a:ext>
            </a:extLst>
          </p:cNvPr>
          <p:cNvSpPr>
            <a:spLocks xmlns:a="http://schemas.openxmlformats.org/drawingml/2006/main" noGrp="1"/>
          </p:cNvSpPr>
          <p:nvPr>
            <p:ph type="body" idx="44" hasCustomPrompt="1"/>
          </p:nvPr>
        </p:nvSpPr>
        <p:spPr>
          <a:xfrm xmlns:a="http://schemas.openxmlformats.org/drawingml/2006/main">
            <a:off x="7546651" y="1790324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47636417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05CFA638-19D0-4357-93DC-20AB5EE8BB04}"/>
              </a:ext>
            </a:extLst>
          </p:cNvPr>
          <p:cNvSpPr>
            <a:spLocks xmlns:a="http://schemas.openxmlformats.org/drawingml/2006/main" noGrp="1"/>
          </p:cNvSpPr>
          <p:nvPr>
            <p:ph type="body" idx="45" hasCustomPrompt="1"/>
          </p:nvPr>
        </p:nvSpPr>
        <p:spPr>
          <a:xfrm xmlns:a="http://schemas.openxmlformats.org/drawingml/2006/main">
            <a:off x="7527292" y="2826697"/>
            <a:ext cx="3866856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458554842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4B34B730-F1C5-4611-8F1F-10319E12E8DF}"/>
              </a:ext>
            </a:extLst>
          </p:cNvPr>
          <p:cNvSpPr>
            <a:spLocks xmlns:a="http://schemas.openxmlformats.org/drawingml/2006/main" noGrp="1"/>
          </p:cNvSpPr>
          <p:nvPr>
            <p:ph type="body" idx="46" hasCustomPrompt="1"/>
          </p:nvPr>
        </p:nvSpPr>
        <p:spPr>
          <a:xfrm xmlns:a="http://schemas.openxmlformats.org/drawingml/2006/main">
            <a:off x="7527292" y="3374436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1682611309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83D6295D-5331-46FD-BF93-C51F60ED7A3D}"/>
              </a:ext>
            </a:extLst>
          </p:cNvPr>
          <p:cNvSpPr>
            <a:spLocks xmlns:a="http://schemas.openxmlformats.org/drawingml/2006/main" noGrp="1"/>
          </p:cNvSpPr>
          <p:nvPr>
            <p:ph type="body" idx="47" hasCustomPrompt="1"/>
          </p:nvPr>
        </p:nvSpPr>
        <p:spPr>
          <a:xfrm xmlns:a="http://schemas.openxmlformats.org/drawingml/2006/main">
            <a:off x="7527292" y="4410809"/>
            <a:ext cx="3866856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680188690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C1062F6C-759F-4FDF-ACB1-FC35607DD03D}"/>
              </a:ext>
            </a:extLst>
          </p:cNvPr>
          <p:cNvSpPr>
            <a:spLocks xmlns:a="http://schemas.openxmlformats.org/drawingml/2006/main" noGrp="1"/>
          </p:cNvSpPr>
          <p:nvPr>
            <p:ph type="body" idx="48" hasCustomPrompt="1"/>
          </p:nvPr>
        </p:nvSpPr>
        <p:spPr>
          <a:xfrm xmlns:a="http://schemas.openxmlformats.org/drawingml/2006/main">
            <a:off x="7527292" y="4958548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1957727187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3A5735E5-EACD-4E8F-A4E6-BEEDC2AE11D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ОБРАЗЕЦ ЗАГОЛОВКА</a:t>
            </a:r>
          </a:p>
        </p:txBody>
      </p:sp>
      <p:sp>
        <p:nvSpPr>
          <p:cNvPr id="689925399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2BE7C9EF-51E2-4323-86B9-E88FBCA268F5}"/>
              </a:ext>
            </a:extLst>
          </p:cNvPr>
          <p:cNvSpPr>
            <a:spLocks xmlns:a="http://schemas.openxmlformats.org/drawingml/2006/main" noGrp="1"/>
          </p:cNvSpPr>
          <p:nvPr>
            <p:ph type="body" idx="49" hasCustomPrompt="1"/>
          </p:nvPr>
        </p:nvSpPr>
        <p:spPr>
          <a:xfrm xmlns:a="http://schemas.openxmlformats.org/drawingml/2006/main">
            <a:off x="778492" y="1187988"/>
            <a:ext cx="771003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01</a:t>
            </a:r>
          </a:p>
        </p:txBody>
      </p:sp>
      <p:sp>
        <p:nvSpPr>
          <p:cNvPr id="256972101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09931966-34DB-4D8C-A436-B90F9D00AAEE}"/>
              </a:ext>
            </a:extLst>
          </p:cNvPr>
          <p:cNvSpPr>
            <a:spLocks xmlns:a="http://schemas.openxmlformats.org/drawingml/2006/main" noGrp="1"/>
          </p:cNvSpPr>
          <p:nvPr>
            <p:ph type="body" idx="50" hasCustomPrompt="1"/>
          </p:nvPr>
        </p:nvSpPr>
        <p:spPr>
          <a:xfrm xmlns:a="http://schemas.openxmlformats.org/drawingml/2006/main">
            <a:off x="759137" y="2791972"/>
            <a:ext cx="771003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02</a:t>
            </a:r>
          </a:p>
        </p:txBody>
      </p:sp>
      <p:sp>
        <p:nvSpPr>
          <p:cNvPr id="1208148889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4CC94B20-AAAB-4D84-BC29-0C784741A29F}"/>
              </a:ext>
            </a:extLst>
          </p:cNvPr>
          <p:cNvSpPr>
            <a:spLocks xmlns:a="http://schemas.openxmlformats.org/drawingml/2006/main" noGrp="1"/>
          </p:cNvSpPr>
          <p:nvPr>
            <p:ph type="body" idx="51" hasCustomPrompt="1"/>
          </p:nvPr>
        </p:nvSpPr>
        <p:spPr>
          <a:xfrm xmlns:a="http://schemas.openxmlformats.org/drawingml/2006/main">
            <a:off x="759137" y="4376084"/>
            <a:ext cx="771003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03</a:t>
            </a:r>
          </a:p>
        </p:txBody>
      </p:sp>
      <p:sp>
        <p:nvSpPr>
          <p:cNvPr id="684210003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35D8BAA8-BDDB-4935-AD2E-2F0289672F81}"/>
              </a:ext>
            </a:extLst>
          </p:cNvPr>
          <p:cNvSpPr>
            <a:spLocks xmlns:a="http://schemas.openxmlformats.org/drawingml/2006/main" noGrp="1"/>
          </p:cNvSpPr>
          <p:nvPr>
            <p:ph type="body" idx="52" hasCustomPrompt="1"/>
          </p:nvPr>
        </p:nvSpPr>
        <p:spPr>
          <a:xfrm xmlns:a="http://schemas.openxmlformats.org/drawingml/2006/main">
            <a:off x="6451600" y="1187988"/>
            <a:ext cx="771003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04</a:t>
            </a:r>
          </a:p>
        </p:txBody>
      </p:sp>
      <p:sp>
        <p:nvSpPr>
          <p:cNvPr id="12519466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3990EBA9-C046-4205-B94D-DF8CF328C49B}"/>
              </a:ext>
            </a:extLst>
          </p:cNvPr>
          <p:cNvSpPr>
            <a:spLocks xmlns:a="http://schemas.openxmlformats.org/drawingml/2006/main" noGrp="1"/>
          </p:cNvSpPr>
          <p:nvPr>
            <p:ph type="body" idx="53" hasCustomPrompt="1"/>
          </p:nvPr>
        </p:nvSpPr>
        <p:spPr>
          <a:xfrm xmlns:a="http://schemas.openxmlformats.org/drawingml/2006/main">
            <a:off x="6432244" y="2791972"/>
            <a:ext cx="771003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05</a:t>
            </a:r>
          </a:p>
        </p:txBody>
      </p:sp>
      <p:sp>
        <p:nvSpPr>
          <p:cNvPr id="1969617493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A562D5B9-D638-4252-AD07-440B2ABEE7B2}"/>
              </a:ext>
            </a:extLst>
          </p:cNvPr>
          <p:cNvSpPr>
            <a:spLocks xmlns:a="http://schemas.openxmlformats.org/drawingml/2006/main" noGrp="1"/>
          </p:cNvSpPr>
          <p:nvPr>
            <p:ph type="body" idx="54" hasCustomPrompt="1"/>
          </p:nvPr>
        </p:nvSpPr>
        <p:spPr>
          <a:xfrm xmlns:a="http://schemas.openxmlformats.org/drawingml/2006/main">
            <a:off x="6432244" y="4376084"/>
            <a:ext cx="771003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06</a:t>
            </a:r>
          </a:p>
        </p:txBody>
      </p:sp>
    </p:spTree>
  </p:cSld>
</p:sldLayout>
</file>

<file path=ppt/slideLayouts/slideLayout12.xml><?xml version="1.0" encoding="utf-8"?>
<p:sldLayout xmlns:p="http://schemas.openxmlformats.org/presentationml/2006/main" showMasterSp="1" showMasterPhAnim="0" matchingName="" preserve="1" userDrawn="1">
  <p:cSld name="Фотограф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5408475" name="Дата 3">
            <a:extLst xmlns:a="http://schemas.openxmlformats.org/drawingml/2006/main">
              <a:ext uri="{FF2B5EF4-FFF2-40B4-BE49-F238E27FC236}">
                <a16:creationId xmlns:a16="http://schemas.microsoft.com/office/drawing/2014/main" id="{670AAAB5-E97A-4F6E-B415-032F9575D2E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CAFA80CC-940E-479C-90C0-76DA923785E9}" type="datetime1">
              <a:t>16.09.2026</a:t>
            </a:fld>
          </a:p>
        </p:txBody>
      </p:sp>
      <p:sp>
        <p:nvSpPr>
          <p:cNvPr id="2088193324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76E4095C-5C15-44BC-821C-A29FA61612E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</a:p>
        </p:txBody>
      </p:sp>
      <p:sp>
        <p:nvSpPr>
          <p:cNvPr id="675758961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C783DF1D-2D47-444C-882E-4D7D56949E9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7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52DCC5B9-D646-4B76-891F-6FF4E74E9CB4}" type="slidenum">
              <a:t>&lt;#&gt;</a:t>
            </a:fld>
          </a:p>
        </p:txBody>
      </p:sp>
      <p:sp>
        <p:nvSpPr>
          <p:cNvPr id="117786555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60082F0-3F68-4820-982E-D362B4B355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72682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ОБРАЗЕЦ ЗАГОЛОВКА</a:t>
            </a:r>
          </a:p>
        </p:txBody>
      </p:sp>
      <p:sp>
        <p:nvSpPr>
          <p:cNvPr id="839753479" name="Рисунок 7">
            <a:extLst xmlns:a="http://schemas.openxmlformats.org/drawingml/2006/main">
              <a:ext uri="{FF2B5EF4-FFF2-40B4-BE49-F238E27FC236}">
                <a16:creationId xmlns:a16="http://schemas.microsoft.com/office/drawing/2014/main" id="{AFC4DC75-9E5A-4DD9-B374-124F922302AB}"/>
              </a:ext>
            </a:extLst>
          </p:cNvPr>
          <p:cNvSpPr>
            <a:spLocks xmlns:a="http://schemas.openxmlformats.org/drawingml/2006/main" noGrp="1"/>
          </p:cNvSpPr>
          <p:nvPr>
            <p:ph type="pic" idx="10"/>
          </p:nvPr>
        </p:nvSpPr>
        <p:spPr>
          <a:xfrm xmlns:a="http://schemas.openxmlformats.org/drawingml/2006/main">
            <a:off x="7440147" y="1016001"/>
            <a:ext cx="4405777" cy="3078479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67254588" name="Рисунок 9">
            <a:extLst xmlns:a="http://schemas.openxmlformats.org/drawingml/2006/main">
              <a:ext uri="{FF2B5EF4-FFF2-40B4-BE49-F238E27FC236}">
                <a16:creationId xmlns:a16="http://schemas.microsoft.com/office/drawing/2014/main" id="{D168D86E-34B0-4FBA-9AD5-4B71A39F778C}"/>
              </a:ext>
            </a:extLst>
          </p:cNvPr>
          <p:cNvSpPr>
            <a:spLocks xmlns:a="http://schemas.openxmlformats.org/drawingml/2006/main" noGrp="1"/>
          </p:cNvSpPr>
          <p:nvPr>
            <p:ph type="pic" idx="11"/>
          </p:nvPr>
        </p:nvSpPr>
        <p:spPr>
          <a:xfrm xmlns:a="http://schemas.openxmlformats.org/drawingml/2006/main">
            <a:off x="7440149" y="4389108"/>
            <a:ext cx="4405775" cy="181166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01935067" name="Рисунок 11">
            <a:extLst xmlns:a="http://schemas.openxmlformats.org/drawingml/2006/main">
              <a:ext uri="{FF2B5EF4-FFF2-40B4-BE49-F238E27FC236}">
                <a16:creationId xmlns:a16="http://schemas.microsoft.com/office/drawing/2014/main" id="{E59FFFFE-E32F-4696-AC23-36335D5224A8}"/>
              </a:ext>
            </a:extLst>
          </p:cNvPr>
          <p:cNvSpPr>
            <a:spLocks xmlns:a="http://schemas.openxmlformats.org/drawingml/2006/main" noGrp="1"/>
          </p:cNvSpPr>
          <p:nvPr>
            <p:ph type="pic" idx="12"/>
          </p:nvPr>
        </p:nvSpPr>
        <p:spPr>
          <a:xfrm xmlns:a="http://schemas.openxmlformats.org/drawingml/2006/main">
            <a:off x="346075" y="3223948"/>
            <a:ext cx="6806142" cy="297682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620516688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F66A970C-6155-4913-974F-B2038BBDD1EA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346075" y="1016001"/>
            <a:ext cx="6806142" cy="2029882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3.xml><?xml version="1.0" encoding="utf-8"?>
<p:sldLayout xmlns:p="http://schemas.openxmlformats.org/presentationml/2006/main" showMasterSp="1" showMasterPhAnim="0" matchingName="" preserve="1" userDrawn="1">
  <p:cSld name="Пункт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6253298" name="Дата 3">
            <a:extLst xmlns:a="http://schemas.openxmlformats.org/drawingml/2006/main">
              <a:ext uri="{FF2B5EF4-FFF2-40B4-BE49-F238E27FC236}">
                <a16:creationId xmlns:a16="http://schemas.microsoft.com/office/drawing/2014/main" id="{6E310A09-00CF-4DFA-A47E-90CF2B0B1E85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82A4DA7B-A7D8-4443-AD1C-4C7CDC678488}" type="datetime1">
              <a:t>16.09.2026</a:t>
            </a:fld>
          </a:p>
        </p:txBody>
      </p:sp>
      <p:sp>
        <p:nvSpPr>
          <p:cNvPr id="149572482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2C15DC09-3B9C-4BA9-BE55-8ACEE97BF17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</a:p>
        </p:txBody>
      </p:sp>
      <p:sp>
        <p:nvSpPr>
          <p:cNvPr id="884074013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020F6F3-7D2C-4FB5-9BCC-E0E4CB8EF5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1107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ОБРАЗЕЦ ЗАГОЛОВКА</a:t>
            </a:r>
          </a:p>
        </p:txBody>
      </p:sp>
      <p:sp>
        <p:nvSpPr>
          <p:cNvPr id="2103893195" name="Текст 101">
            <a:extLst xmlns:a="http://schemas.openxmlformats.org/drawingml/2006/main">
              <a:ext uri="{FF2B5EF4-FFF2-40B4-BE49-F238E27FC236}">
                <a16:creationId xmlns:a16="http://schemas.microsoft.com/office/drawing/2014/main" id="{7AE0786D-65FC-407D-99AE-A81A855E11F5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1994303" y="2973742"/>
            <a:ext cx="2190810" cy="910516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Текст</a:t>
            </a:r>
          </a:p>
        </p:txBody>
      </p:sp>
      <p:sp>
        <p:nvSpPr>
          <p:cNvPr id="808292524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C20AA71C-09C5-42D5-A1E4-1B516A0F028E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6662923" y="1588128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2031151279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B0F0E90C-42C8-4864-897B-CCC5A08B46A9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662923" y="2445138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98998086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DF33C5C0-E0CD-4742-93AB-B0AD449B780B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6662923" y="3302147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41709136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F93E04F1-994D-4C82-A961-A839646CE559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62923" y="4159156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239403092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437DD4B0-094F-4023-BEE0-24CCE85C429F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6662923" y="5016166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4.xml><?xml version="1.0" encoding="utf-8"?>
<p:sldLayout xmlns:p="http://schemas.openxmlformats.org/presentationml/2006/main" showMasterSp="1" showMasterPhAnim="0" matchingName="" preserve="1" userDrawn="1">
  <p:cSld name="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4254082" name="Дата 3">
            <a:extLst xmlns:a="http://schemas.openxmlformats.org/drawingml/2006/main">
              <a:ext uri="{FF2B5EF4-FFF2-40B4-BE49-F238E27FC236}">
                <a16:creationId xmlns:a16="http://schemas.microsoft.com/office/drawing/2014/main" id="{2BD72D73-2A9C-4A3D-B61A-0F63A407CD01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44E505DF-C567-47F2-9374-60838F800101}" type="datetime1">
              <a:t>16.09.2026</a:t>
            </a:fld>
          </a:p>
        </p:txBody>
      </p:sp>
      <p:sp>
        <p:nvSpPr>
          <p:cNvPr id="1510793381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249C9F4-7BC3-4DFB-B6D5-8E3FA7FFD6E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</a:p>
        </p:txBody>
      </p:sp>
      <p:sp>
        <p:nvSpPr>
          <p:cNvPr id="1552299328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C1CF8BFF-D4BB-4601-9670-0A8E71C76D5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7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52DCC5B9-D646-4B76-891F-6FF4E74E9CB4}" type="slidenum">
              <a:t>&lt;#&gt;</a:t>
            </a:fld>
          </a:p>
        </p:txBody>
      </p:sp>
      <p:sp>
        <p:nvSpPr>
          <p:cNvPr id="33725686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15E4F13-1A95-4EDB-9253-41AD0659E5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1107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ОБРАЗЕЦ ЗАГОЛОВКА</a:t>
            </a:r>
          </a:p>
        </p:txBody>
      </p:sp>
      <p:sp>
        <p:nvSpPr>
          <p:cNvPr id="186892924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E4F27E3-37A5-45AD-A338-61E6E7CF4844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26867"/>
            <a:ext cx="4790314" cy="1615356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3888215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A05C853-0E1E-479C-B0A0-65CE63E0690D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626932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01815580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EAB7AB5-CD38-467E-9DE7-75F97ED48ACC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807582"/>
            <a:ext cx="4790314" cy="1615356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6397242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C2B7605-2038-41FE-8C8C-7E92BC8CB31B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3407647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56472058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889F2F4-A6C3-4DF8-8F05-D12040809F21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4584029"/>
            <a:ext cx="4790314" cy="1615356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2275498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597C6945-3FC4-43DE-9146-F9E5AC772407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5184094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5.xml><?xml version="1.0" encoding="utf-8"?>
<p:sldLayout xmlns:p="http://schemas.openxmlformats.org/presentationml/2006/main" showMasterSp="1" showMasterPhAnim="0" matchingName="" preserve="1" userDrawn="1">
  <p:cSld name="1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88581099" name="Дата 3">
            <a:extLst xmlns:a="http://schemas.openxmlformats.org/drawingml/2006/main">
              <a:ext uri="{FF2B5EF4-FFF2-40B4-BE49-F238E27FC236}">
                <a16:creationId xmlns:a16="http://schemas.microsoft.com/office/drawing/2014/main" id="{282AD280-D886-49CE-B49A-D605EF11BD7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2938A0C3-5C2F-47B8-B008-79A49A1195BA}" type="datetime1">
              <a:t>16.09.2026</a:t>
            </a:fld>
          </a:p>
        </p:txBody>
      </p:sp>
      <p:sp>
        <p:nvSpPr>
          <p:cNvPr id="450794199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264115E-0CD6-4D94-9F25-A9C80BC3231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</a:p>
        </p:txBody>
      </p:sp>
      <p:sp>
        <p:nvSpPr>
          <p:cNvPr id="1900815293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F65AA14D-5F91-416B-8B47-68C5CF80810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7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52DCC5B9-D646-4B76-891F-6FF4E74E9CB4}" type="slidenum">
              <a:t>&lt;#&gt;</a:t>
            </a:fld>
          </a:p>
        </p:txBody>
      </p:sp>
      <p:sp>
        <p:nvSpPr>
          <p:cNvPr id="597326524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1A5BBD36-7A84-45E9-AB99-13906DB5AB8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9532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ОБРАЗЕЦ ЗАГОЛОВКА</a:t>
            </a:r>
          </a:p>
        </p:txBody>
      </p:sp>
      <p:sp>
        <p:nvSpPr>
          <p:cNvPr id="169114585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504C8ACC-A5F7-4D4C-8395-BCE235F52F0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16000"/>
            <a:ext cx="4790314" cy="1021701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4147668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4AA970F7-D247-4FBC-9656-97007DAE89FC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395537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3066030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7433836-9782-4713-B9C7-9A65959B7AA3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284561"/>
            <a:ext cx="4790314" cy="1021701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39916448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7DA0585-BDC7-4E06-98B8-03ACDC38AEEE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266409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16024821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92F90E2-9303-41D2-8FA6-6E7BC18D6C33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3553122"/>
            <a:ext cx="4790314" cy="1021701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4165276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B9C5A35-716E-4A98-A63A-843C11A94716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393265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96950524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044D8C1-5219-4416-8573-D05731D0F08B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683077" y="4821684"/>
            <a:ext cx="4790314" cy="1021701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46930435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8DFB6F3-DD75-4114-8C99-B3CDDC3CD4A0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6683077" y="5201221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6.xml><?xml version="1.0" encoding="utf-8"?>
<p:sldLayout xmlns:p="http://schemas.openxmlformats.org/presentationml/2006/main" showMasterSp="1" showMasterPhAnim="0" matchingName="" preserve="1" userDrawn="1">
  <p:cSld name="2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36669273" name="Дата 3">
            <a:extLst xmlns:a="http://schemas.openxmlformats.org/drawingml/2006/main">
              <a:ext uri="{FF2B5EF4-FFF2-40B4-BE49-F238E27FC236}">
                <a16:creationId xmlns:a16="http://schemas.microsoft.com/office/drawing/2014/main" id="{132DDC6D-FB26-4AA6-9BA8-66562E76DEF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BF4F29EB-DFD0-428E-8E89-ED117A3553E3}" type="datetime1">
              <a:t>16.09.2026</a:t>
            </a:fld>
          </a:p>
        </p:txBody>
      </p:sp>
      <p:sp>
        <p:nvSpPr>
          <p:cNvPr id="343755584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3AE4D4E3-19EE-4427-A3E3-BD138E8DC88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</a:p>
        </p:txBody>
      </p:sp>
      <p:sp>
        <p:nvSpPr>
          <p:cNvPr id="971522661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5C27BDC2-8234-4B31-923D-C587194FAE7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7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52DCC5B9-D646-4B76-891F-6FF4E74E9CB4}" type="slidenum">
              <a:t>&lt;#&gt;</a:t>
            </a:fld>
          </a:p>
        </p:txBody>
      </p:sp>
      <p:sp>
        <p:nvSpPr>
          <p:cNvPr id="1245142924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BE20081E-A218-47BC-9F99-DF996B9A0E8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7721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ОБРАЗЕЦ ЗАГОЛОВКА</a:t>
            </a:r>
          </a:p>
        </p:txBody>
      </p:sp>
      <p:sp>
        <p:nvSpPr>
          <p:cNvPr id="163244288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3FF062C-1BAA-4F30-8417-E562B9307498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16000"/>
            <a:ext cx="4790314" cy="1021701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9151942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DBE4016-7553-41C8-BEB6-4B54F129D3FE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395537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201879207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AFD6722-3D20-4238-8BF6-EB33CBBAD5C9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284561"/>
            <a:ext cx="4790314" cy="1021701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8241485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24CFFB9-ED7C-4F0F-BE41-E6F014A86AB0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266409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540761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C2C7958-32F2-4E34-9763-2E6AFF51BFD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3553122"/>
            <a:ext cx="4790314" cy="1021701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6283262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049B948-A965-4052-93A5-88E25C1B652A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393265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0619203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57DCB93F-BE17-4E40-8E5D-F4F6881EA3B4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683077" y="4821684"/>
            <a:ext cx="4790314" cy="1021701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15462604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40BA44D4-B63C-4594-BF02-283F6150E207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6683077" y="5201221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7.xml><?xml version="1.0" encoding="utf-8"?>
<p:sldLayout xmlns:p="http://schemas.openxmlformats.org/presentationml/2006/main" showMasterSp="1" showMasterPhAnim="0" matchingName="" preserve="1" userDrawn="1">
  <p:cSld name="Стад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48498588" name="Дата 3">
            <a:extLst xmlns:a="http://schemas.openxmlformats.org/drawingml/2006/main">
              <a:ext uri="{FF2B5EF4-FFF2-40B4-BE49-F238E27FC236}">
                <a16:creationId xmlns:a16="http://schemas.microsoft.com/office/drawing/2014/main" id="{32660486-BAF0-41D3-B65D-506DF527C625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D52F0272-0FEA-44CE-966E-3D169B2F53D4}" type="datetime1">
              <a:t>16.09.2026</a:t>
            </a:fld>
          </a:p>
        </p:txBody>
      </p:sp>
      <p:sp>
        <p:nvSpPr>
          <p:cNvPr id="1448452554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093E8C0A-8A45-4656-9504-B97EFC90A1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</a:p>
        </p:txBody>
      </p:sp>
      <p:sp>
        <p:nvSpPr>
          <p:cNvPr id="233109929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B132081B-76D6-4FBB-9899-5C5A621ACB6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7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52DCC5B9-D646-4B76-891F-6FF4E74E9CB4}" type="slidenum">
              <a:t>&lt;#&gt;</a:t>
            </a:fld>
          </a:p>
        </p:txBody>
      </p:sp>
      <p:sp>
        <p:nvSpPr>
          <p:cNvPr id="112492746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2B4F742D-6696-4E59-A822-9C7BA9FF8521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346075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1322562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CDA6377-D444-48B3-A7B2-A02613192CE6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346075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37624083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1C6B9CE-A92C-428C-840F-7A98D83752AB}"/>
              </a:ext>
            </a:extLst>
          </p:cNvPr>
          <p:cNvSpPr>
            <a:spLocks xmlns:a="http://schemas.openxmlformats.org/drawingml/2006/main" noGrp="1"/>
          </p:cNvSpPr>
          <p:nvPr>
            <p:ph type="body" idx="28"/>
          </p:nvPr>
        </p:nvSpPr>
        <p:spPr>
          <a:xfrm xmlns:a="http://schemas.openxmlformats.org/drawingml/2006/main">
            <a:off x="4832960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87600426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22BB8D6E-FF9E-4386-8052-57CF96E48879}"/>
              </a:ext>
            </a:extLst>
          </p:cNvPr>
          <p:cNvSpPr>
            <a:spLocks xmlns:a="http://schemas.openxmlformats.org/drawingml/2006/main" noGrp="1"/>
          </p:cNvSpPr>
          <p:nvPr>
            <p:ph type="body" idx="29"/>
          </p:nvPr>
        </p:nvSpPr>
        <p:spPr>
          <a:xfrm xmlns:a="http://schemas.openxmlformats.org/drawingml/2006/main">
            <a:off x="4832960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7760992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89356F1-69CA-4A46-9051-E30F82D6647B}"/>
              </a:ext>
            </a:extLst>
          </p:cNvPr>
          <p:cNvSpPr>
            <a:spLocks xmlns:a="http://schemas.openxmlformats.org/drawingml/2006/main" noGrp="1"/>
          </p:cNvSpPr>
          <p:nvPr>
            <p:ph type="body" idx="30"/>
          </p:nvPr>
        </p:nvSpPr>
        <p:spPr>
          <a:xfrm xmlns:a="http://schemas.openxmlformats.org/drawingml/2006/main">
            <a:off x="9330862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97108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7607A0F-AFD7-4726-A8D6-B39F46593A48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9330862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4918818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846C82C-5BCD-49BF-A352-3899B32B75BC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2593517" y="4358152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6896859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2366920-B061-4845-9621-B65D63B56B8F}"/>
              </a:ext>
            </a:extLst>
          </p:cNvPr>
          <p:cNvSpPr>
            <a:spLocks xmlns:a="http://schemas.openxmlformats.org/drawingml/2006/main" noGrp="1"/>
          </p:cNvSpPr>
          <p:nvPr>
            <p:ph type="body" idx="33"/>
          </p:nvPr>
        </p:nvSpPr>
        <p:spPr>
          <a:xfrm xmlns:a="http://schemas.openxmlformats.org/drawingml/2006/main">
            <a:off x="2593517" y="4714154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5959039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7CC38F3-52E8-4EBF-9E42-5B9E030BC6AA}"/>
              </a:ext>
            </a:extLst>
          </p:cNvPr>
          <p:cNvSpPr>
            <a:spLocks xmlns:a="http://schemas.openxmlformats.org/drawingml/2006/main" noGrp="1"/>
          </p:cNvSpPr>
          <p:nvPr>
            <p:ph type="body" idx="34"/>
          </p:nvPr>
        </p:nvSpPr>
        <p:spPr>
          <a:xfrm xmlns:a="http://schemas.openxmlformats.org/drawingml/2006/main">
            <a:off x="7080402" y="4358152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41028817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3639819-5BF4-4661-8775-D3FE698B76E7}"/>
              </a:ext>
            </a:extLst>
          </p:cNvPr>
          <p:cNvSpPr>
            <a:spLocks xmlns:a="http://schemas.openxmlformats.org/drawingml/2006/main" noGrp="1"/>
          </p:cNvSpPr>
          <p:nvPr>
            <p:ph type="body" idx="35"/>
          </p:nvPr>
        </p:nvSpPr>
        <p:spPr>
          <a:xfrm xmlns:a="http://schemas.openxmlformats.org/drawingml/2006/main">
            <a:off x="7080402" y="4714154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4155163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C9B9654-0E52-49C1-AACF-1E92E132293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84256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ОБРАЗЕЦ ЗАГОЛОВКА</a:t>
            </a:r>
          </a:p>
        </p:txBody>
      </p:sp>
    </p:spTree>
  </p:cSld>
</p:sldLayout>
</file>

<file path=ppt/slideLayouts/slideLayout18.xml><?xml version="1.0" encoding="utf-8"?>
<p:sldLayout xmlns:p="http://schemas.openxmlformats.org/presentationml/2006/main" showMasterSp="1" showMasterPhAnim="0" matchingName="" preserve="1" userDrawn="1">
  <p:cSld name="Проблема и реш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9579838" name="Дата 3">
            <a:extLst xmlns:a="http://schemas.openxmlformats.org/drawingml/2006/main">
              <a:ext uri="{FF2B5EF4-FFF2-40B4-BE49-F238E27FC236}">
                <a16:creationId xmlns:a16="http://schemas.microsoft.com/office/drawing/2014/main" id="{6127C9C2-134D-4B4E-9958-84234F974A0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062B0DBE-B5A9-470E-85A9-7CC062D5339A}" type="datetime1">
              <a:t>16.09.2026</a:t>
            </a:fld>
          </a:p>
        </p:txBody>
      </p:sp>
      <p:sp>
        <p:nvSpPr>
          <p:cNvPr id="1675805337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BE977614-3F53-4C57-80DB-A887DEA7FCD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</a:p>
        </p:txBody>
      </p:sp>
      <p:sp>
        <p:nvSpPr>
          <p:cNvPr id="314337200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C783CD9B-A816-42AC-94BB-F99E4EF1692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7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52DCC5B9-D646-4B76-891F-6FF4E74E9CB4}" type="slidenum">
              <a:t>&lt;#&gt;</a:t>
            </a:fld>
          </a:p>
        </p:txBody>
      </p:sp>
      <p:sp>
        <p:nvSpPr>
          <p:cNvPr id="560885061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A44D8B87-3187-44ED-A42D-87FFF9913A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7650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ОБРАЗЕЦ ЗАГОЛОВКА</a:t>
            </a:r>
          </a:p>
        </p:txBody>
      </p:sp>
      <p:sp>
        <p:nvSpPr>
          <p:cNvPr id="112219727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B8B0672-9F3E-44E0-9A13-496AF167560A}"/>
              </a:ext>
            </a:extLst>
          </p:cNvPr>
          <p:cNvSpPr>
            <a:spLocks xmlns:a="http://schemas.openxmlformats.org/drawingml/2006/main" noGrp="1"/>
          </p:cNvSpPr>
          <p:nvPr>
            <p:ph type="body" idx="26" hasCustomPrompt="1"/>
          </p:nvPr>
        </p:nvSpPr>
        <p:spPr>
          <a:xfrm xmlns:a="http://schemas.openxmlformats.org/drawingml/2006/main">
            <a:off x="517027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Описание проблемы </a:t>
            </a:r>
          </a:p>
        </p:txBody>
      </p:sp>
      <p:sp>
        <p:nvSpPr>
          <p:cNvPr id="11611885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8515C12B-F99F-47BC-8F94-A18CB7C5E5B2}"/>
              </a:ext>
            </a:extLst>
          </p:cNvPr>
          <p:cNvSpPr>
            <a:spLocks xmlns:a="http://schemas.openxmlformats.org/drawingml/2006/main" noGrp="1"/>
          </p:cNvSpPr>
          <p:nvPr>
            <p:ph type="body" idx="31" hasCustomPrompt="1"/>
          </p:nvPr>
        </p:nvSpPr>
        <p:spPr>
          <a:xfrm xmlns:a="http://schemas.openxmlformats.org/drawingml/2006/main">
            <a:off x="4464542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Примеры уже имеющихся способов решения данной проблемы</a:t>
            </a:r>
          </a:p>
        </p:txBody>
      </p:sp>
      <p:sp>
        <p:nvSpPr>
          <p:cNvPr id="142872929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47A3BE7-01C0-47E4-AF15-3C1101F84EE8}"/>
              </a:ext>
            </a:extLst>
          </p:cNvPr>
          <p:cNvSpPr>
            <a:spLocks xmlns:a="http://schemas.openxmlformats.org/drawingml/2006/main" noGrp="1"/>
          </p:cNvSpPr>
          <p:nvPr>
            <p:ph type="body" idx="32" hasCustomPrompt="1"/>
          </p:nvPr>
        </p:nvSpPr>
        <p:spPr>
          <a:xfrm xmlns:a="http://schemas.openxmlformats.org/drawingml/2006/main">
            <a:off x="8385481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Ваше предложение решения данной проблемы</a:t>
            </a:r>
          </a:p>
        </p:txBody>
      </p:sp>
      <p:sp>
        <p:nvSpPr>
          <p:cNvPr id="85644311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42EFF7E4-20E0-4E11-9C95-F7E46E3C62F6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517027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Проблема</a:t>
            </a:r>
          </a:p>
        </p:txBody>
      </p:sp>
      <p:sp>
        <p:nvSpPr>
          <p:cNvPr id="19225204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4B37209-34A4-44B4-A506-6022C695ADE3}"/>
              </a:ext>
            </a:extLst>
          </p:cNvPr>
          <p:cNvSpPr>
            <a:spLocks xmlns:a="http://schemas.openxmlformats.org/drawingml/2006/main" noGrp="1"/>
          </p:cNvSpPr>
          <p:nvPr>
            <p:ph type="body" idx="34" hasCustomPrompt="1"/>
          </p:nvPr>
        </p:nvSpPr>
        <p:spPr>
          <a:xfrm xmlns:a="http://schemas.openxmlformats.org/drawingml/2006/main">
            <a:off x="4464542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Альтернативные решения</a:t>
            </a:r>
          </a:p>
        </p:txBody>
      </p:sp>
      <p:sp>
        <p:nvSpPr>
          <p:cNvPr id="103477980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4C91C095-D321-4333-AEF2-1D97C723E4FF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8385481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Решение</a:t>
            </a:r>
          </a:p>
        </p:txBody>
      </p:sp>
    </p:spTree>
  </p:cSld>
</p:sldLayout>
</file>

<file path=ppt/slideLayouts/slideLayout19.xml><?xml version="1.0" encoding="utf-8"?>
<p:sldLayout xmlns:p="http://schemas.openxmlformats.org/presentationml/2006/main" showMasterSp="1" showMasterPhAnim="0" matchingName="" preserve="1" userDrawn="1">
  <p:cSld name="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8508616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0FC46EAA-DFDA-4406-90EC-680819D437A0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4162940" y="1264478"/>
            <a:ext cx="3866121" cy="2436377"/>
          </a:xfrm>
        </p:spPr>
      </p:sp>
      <p:sp>
        <p:nvSpPr>
          <p:cNvPr id="896489918" name="Дата 3">
            <a:extLst xmlns:a="http://schemas.openxmlformats.org/drawingml/2006/main">
              <a:ext uri="{FF2B5EF4-FFF2-40B4-BE49-F238E27FC236}">
                <a16:creationId xmlns:a16="http://schemas.microsoft.com/office/drawing/2014/main" id="{7C1D34A6-7748-45B6-ACD7-A90FBA59E29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4D396B86-640F-4AD1-BBB2-E085B6CD8771}" type="datetime1">
              <a:t>16.09.2026</a:t>
            </a:fld>
          </a:p>
        </p:txBody>
      </p:sp>
      <p:sp>
        <p:nvSpPr>
          <p:cNvPr id="378127741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F08440DC-034B-408C-A3C2-039816B9F8D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</a:p>
        </p:txBody>
      </p:sp>
      <p:sp>
        <p:nvSpPr>
          <p:cNvPr id="193889069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11283F7E-D800-44C6-B595-FB17E5EDA05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7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52DCC5B9-D646-4B76-891F-6FF4E74E9CB4}" type="slidenum">
              <a:t>&lt;#&gt;</a:t>
            </a:fld>
          </a:p>
        </p:txBody>
      </p:sp>
      <p:sp>
        <p:nvSpPr>
          <p:cNvPr id="347150518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95682A9-BB2F-4DC7-A151-AD1BAB7A0D4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ОБРАЗЕЦ ЗАГОЛОВКА</a:t>
            </a:r>
          </a:p>
        </p:txBody>
      </p:sp>
      <p:sp>
        <p:nvSpPr>
          <p:cNvPr id="2021024583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4395735E-4FD7-4B99-978E-FCF528A0C5AB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346075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320280167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D381D7BA-554C-4057-9395-AB44C6FD7900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4240502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60447878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4F28A73D-1FE3-4E64-B315-243AB2AF00C4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8230203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</p:spTree>
  </p:cSld>
</p:sldLayout>
</file>

<file path=ppt/slideLayouts/slideLayout20.xml><?xml version="1.0" encoding="utf-8"?>
<p:sldLayout xmlns:p="http://schemas.openxmlformats.org/presentationml/2006/main" showMasterSp="1" showMasterPhAnim="0" matchingName="" preserve="1" userDrawn="1">
  <p:cSld name="1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123572" name="Дата 3">
            <a:extLst xmlns:a="http://schemas.openxmlformats.org/drawingml/2006/main">
              <a:ext uri="{FF2B5EF4-FFF2-40B4-BE49-F238E27FC236}">
                <a16:creationId xmlns:a16="http://schemas.microsoft.com/office/drawing/2014/main" id="{F8952EEC-84B6-4099-824D-756B65EB371C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93AF0E63-1EB1-47F5-B09E-CA3E5DE528F3}" type="datetime1">
              <a:t>16.09.2026</a:t>
            </a:fld>
          </a:p>
        </p:txBody>
      </p:sp>
      <p:sp>
        <p:nvSpPr>
          <p:cNvPr id="1147169938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3E6EE623-4D19-4358-ABE0-A2ECBDE7E56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</a:p>
        </p:txBody>
      </p:sp>
      <p:sp>
        <p:nvSpPr>
          <p:cNvPr id="630368713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23581808-827B-4C36-8863-50A36529F30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7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52DCC5B9-D646-4B76-891F-6FF4E74E9CB4}" type="slidenum">
              <a:t>&lt;#&gt;</a:t>
            </a:fld>
          </a:p>
        </p:txBody>
      </p:sp>
      <p:sp>
        <p:nvSpPr>
          <p:cNvPr id="125910237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E5A89DB-1FE6-479E-B45B-AE720CFE3A2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3289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ОБРАЗЕЦ ЗАГОЛОВКА</a:t>
            </a:r>
          </a:p>
        </p:txBody>
      </p:sp>
      <p:sp>
        <p:nvSpPr>
          <p:cNvPr id="9363981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DCDD392E-1CC6-4D11-ADD5-FA73E131E3BC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210643" y="4324451"/>
            <a:ext cx="4121687" cy="16122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99722443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BD483BD8-B546-4888-9411-A63B75E81FF8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857950" y="4324451"/>
            <a:ext cx="4121687" cy="16122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525584501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91F9EBC4-9EDA-4B79-A499-4B71B56E07D5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1210642" y="1577998"/>
            <a:ext cx="4121688" cy="2283975"/>
          </a:xfrm>
        </p:spPr>
      </p:sp>
      <p:sp>
        <p:nvSpPr>
          <p:cNvPr id="82372448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1311A1D9-BB07-4DFF-80F4-72DF25903416}"/>
              </a:ext>
            </a:extLst>
          </p:cNvPr>
          <p:cNvSpPr>
            <a:spLocks xmlns:a="http://schemas.openxmlformats.org/drawingml/2006/main" noGrp="1"/>
          </p:cNvSpPr>
          <p:nvPr>
            <p:ph type="pic" idx="18"/>
          </p:nvPr>
        </p:nvSpPr>
        <p:spPr>
          <a:xfrm xmlns:a="http://schemas.openxmlformats.org/drawingml/2006/main">
            <a:off x="6855540" y="1577998"/>
            <a:ext cx="4121688" cy="2283975"/>
          </a:xfrm>
        </p:spPr>
      </p:sp>
    </p:spTree>
  </p:cSld>
</p:sldLayout>
</file>

<file path=ppt/slideLayouts/slideLayout21.xml><?xml version="1.0" encoding="utf-8"?>
<p:sldLayout xmlns:p="http://schemas.openxmlformats.org/presentationml/2006/main" showMasterSp="1" showMasterPhAnim="0" matchingName="" preserve="1" userDrawn="1">
  <p:cSld name="2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45624748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01176C5E-0E24-4127-AD6D-9729E41F2F0A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5009872" y="1235915"/>
            <a:ext cx="2172255" cy="4602697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90666637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3FFABE6-A96C-4BDD-8496-8CC361E1F260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356349" y="1641283"/>
            <a:ext cx="3812931" cy="1021701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6197673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DCFB3DC-3B5A-4D47-8BBF-38FB017156CD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356349" y="2020820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69067376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B705C42-FB31-47D2-B925-169A7A320F3B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8040020" y="1641283"/>
            <a:ext cx="3812931" cy="1021701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07894898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7948111-2B49-49AA-ADC4-2ED8B0CB0B62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8040020" y="2020820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65861159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4307C24-FB19-40AB-AE13-02583BF8957E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356349" y="3864598"/>
            <a:ext cx="3812931" cy="1021701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4532877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D5BB333-B851-4B45-9C61-825EDBA331AA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356349" y="4244135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0025523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DB5C226-8D1C-462E-A69C-F616595E4CD5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8040020" y="3864598"/>
            <a:ext cx="3812931" cy="1021701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0087965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4D969E4-C8DD-405A-A7D4-EFF762775A93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8040020" y="4244135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cxnSp>
        <p:nvCxnSpPr>
          <p:cNvPr id="2145624771" name="Google Shape;2799;p94"/>
          <p:cNvCxnSpPr/>
          <p:nvPr/>
        </p:nvCxnSpPr>
        <p:spPr>
          <a:xfrm xmlns:a="http://schemas.openxmlformats.org/drawingml/2006/main">
            <a:off x="4244694" y="1870413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45624772" name="Google Shape;2799;p94"/>
          <p:cNvCxnSpPr/>
          <p:nvPr/>
        </p:nvCxnSpPr>
        <p:spPr>
          <a:xfrm xmlns:a="http://schemas.openxmlformats.org/drawingml/2006/main">
            <a:off x="4244694" y="4094630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45624773" name="Google Shape;2799;p94"/>
          <p:cNvCxnSpPr/>
          <p:nvPr/>
        </p:nvCxnSpPr>
        <p:spPr>
          <a:xfrm xmlns:a="http://schemas.openxmlformats.org/drawingml/2006/main">
            <a:off x="7250583" y="1870413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45624774" name="Google Shape;2799;p94"/>
          <p:cNvCxnSpPr/>
          <p:nvPr/>
        </p:nvCxnSpPr>
        <p:spPr>
          <a:xfrm xmlns:a="http://schemas.openxmlformats.org/drawingml/2006/main">
            <a:off x="7250583" y="4094630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11619468" name="Заголовок 3">
            <a:extLst xmlns:a="http://schemas.openxmlformats.org/drawingml/2006/main">
              <a:ext uri="{FF2B5EF4-FFF2-40B4-BE49-F238E27FC236}">
                <a16:creationId xmlns:a16="http://schemas.microsoft.com/office/drawing/2014/main" id="{0B907EFF-CA73-4948-9DD8-767ADA716AF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Образец заголовка</a:t>
            </a:r>
          </a:p>
        </p:txBody>
      </p:sp>
      <p:sp>
        <p:nvSpPr>
          <p:cNvPr id="318129555" name="Дата 8">
            <a:extLst xmlns:a="http://schemas.openxmlformats.org/drawingml/2006/main">
              <a:ext uri="{FF2B5EF4-FFF2-40B4-BE49-F238E27FC236}">
                <a16:creationId xmlns:a16="http://schemas.microsoft.com/office/drawing/2014/main" id="{D597EC11-8FF3-4788-92A5-8D5477DC0125}"/>
              </a:ext>
            </a:extLst>
          </p:cNvPr>
          <p:cNvSpPr>
            <a:spLocks xmlns:a="http://schemas.openxmlformats.org/drawingml/2006/main" noGrp="1"/>
          </p:cNvSpPr>
          <p:nvPr>
            <p:ph type="dt" idx="28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9D490EE5-ED7D-46E8-8345-A78A0CB0F4A4}" type="datetime1">
              <a:t>16.09.2026</a:t>
            </a:fld>
          </a:p>
        </p:txBody>
      </p:sp>
      <p:sp>
        <p:nvSpPr>
          <p:cNvPr id="2139654067" name="Нижний колонтитул 9">
            <a:extLst xmlns:a="http://schemas.openxmlformats.org/drawingml/2006/main">
              <a:ext uri="{FF2B5EF4-FFF2-40B4-BE49-F238E27FC236}">
                <a16:creationId xmlns:a16="http://schemas.microsoft.com/office/drawing/2014/main" id="{ABDC9521-E33A-4B88-83A7-AEBC447D217D}"/>
              </a:ext>
            </a:extLst>
          </p:cNvPr>
          <p:cNvSpPr>
            <a:spLocks xmlns:a="http://schemas.openxmlformats.org/drawingml/2006/main" noGrp="1"/>
          </p:cNvSpPr>
          <p:nvPr>
            <p:ph type="ftr" idx="29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87854632" name="Номер слайда 10">
            <a:extLst xmlns:a="http://schemas.openxmlformats.org/drawingml/2006/main">
              <a:ext uri="{FF2B5EF4-FFF2-40B4-BE49-F238E27FC236}">
                <a16:creationId xmlns:a16="http://schemas.microsoft.com/office/drawing/2014/main" id="{3DE0F851-188C-451A-80C6-084904456A20}"/>
              </a:ext>
            </a:extLst>
          </p:cNvPr>
          <p:cNvSpPr>
            <a:spLocks xmlns:a="http://schemas.openxmlformats.org/drawingml/2006/main" noGrp="1"/>
          </p:cNvSpPr>
          <p:nvPr>
            <p:ph type="sldNum" idx="3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52DCC5B9-D646-4B76-891F-6FF4E74E9CB4}" type="slidenum">
              <a:t>&lt;#&gt;</a:t>
            </a:fld>
          </a:p>
        </p:txBody>
      </p:sp>
    </p:spTree>
  </p:cSld>
</p:sldLayout>
</file>

<file path=ppt/slideLayouts/slideLayout22.xml><?xml version="1.0" encoding="utf-8"?>
<p:sldLayout xmlns:p="http://schemas.openxmlformats.org/presentationml/2006/main" showMasterSp="1" showMasterPhAnim="0" matchingName="" preserve="1" userDrawn="1">
  <p:cSld name="3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4939360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47A6C308-501E-453A-B15E-C8EDF760EEBF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1001459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580386608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82BC2803-FF7E-4028-AF6B-4A325C5BD110}"/>
              </a:ext>
            </a:extLst>
          </p:cNvPr>
          <p:cNvSpPr>
            <a:spLocks xmlns:a="http://schemas.openxmlformats.org/drawingml/2006/main" noGrp="1"/>
          </p:cNvSpPr>
          <p:nvPr>
            <p:ph type="pic" idx="15"/>
          </p:nvPr>
        </p:nvSpPr>
        <p:spPr>
          <a:xfrm xmlns:a="http://schemas.openxmlformats.org/drawingml/2006/main">
            <a:off x="3831097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399003789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64C65157-0E8A-4AEC-8011-7A366E3AD12B}"/>
              </a:ext>
            </a:extLst>
          </p:cNvPr>
          <p:cNvSpPr>
            <a:spLocks xmlns:a="http://schemas.openxmlformats.org/drawingml/2006/main" noGrp="1"/>
          </p:cNvSpPr>
          <p:nvPr>
            <p:ph type="pic" idx="16"/>
          </p:nvPr>
        </p:nvSpPr>
        <p:spPr>
          <a:xfrm xmlns:a="http://schemas.openxmlformats.org/drawingml/2006/main">
            <a:off x="6660734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668171859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375693D6-4EED-4E66-A18B-83DE4770C5C7}"/>
              </a:ext>
            </a:extLst>
          </p:cNvPr>
          <p:cNvSpPr>
            <a:spLocks xmlns:a="http://schemas.openxmlformats.org/drawingml/2006/main" noGrp="1"/>
          </p:cNvSpPr>
          <p:nvPr>
            <p:ph type="pic" idx="17"/>
          </p:nvPr>
        </p:nvSpPr>
        <p:spPr>
          <a:xfrm xmlns:a="http://schemas.openxmlformats.org/drawingml/2006/main">
            <a:off x="9490368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932505230" name="Дата 3">
            <a:extLst xmlns:a="http://schemas.openxmlformats.org/drawingml/2006/main">
              <a:ext uri="{FF2B5EF4-FFF2-40B4-BE49-F238E27FC236}">
                <a16:creationId xmlns:a16="http://schemas.microsoft.com/office/drawing/2014/main" id="{4BFAC7ED-D877-43A0-8F76-6812F1028E31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DC8C16AD-D907-4463-BE30-FCBB33ACAE3F}" type="datetime1">
              <a:t>16.09.2026</a:t>
            </a:fld>
          </a:p>
        </p:txBody>
      </p:sp>
      <p:sp>
        <p:nvSpPr>
          <p:cNvPr id="792600989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EA3FB73B-846B-4BB4-89C9-B64112C503B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</a:p>
        </p:txBody>
      </p:sp>
      <p:sp>
        <p:nvSpPr>
          <p:cNvPr id="650504692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86D53307-CBAF-4575-AF5D-8073497C68D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7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52DCC5B9-D646-4B76-891F-6FF4E74E9CB4}" type="slidenum">
              <a:t>&lt;#&gt;</a:t>
            </a:fld>
          </a:p>
        </p:txBody>
      </p:sp>
      <p:sp>
        <p:nvSpPr>
          <p:cNvPr id="164420842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AC4A1FAF-48B8-4A49-AB87-7779641962C1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346076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65631485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2758DABE-9493-487D-85B3-28F35264FEC3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3269562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55425705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B429DFC5-92A7-4406-A3AF-5195A97DBB75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6193048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990252769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8FD6EFDF-F12D-4478-AC23-00190E1D36D5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9116535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026721607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276A3F53-0A0E-4E4F-ABC2-AA62670A32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Образец заголовка</a:t>
            </a:r>
          </a:p>
        </p:txBody>
      </p:sp>
    </p:spTree>
  </p:cSld>
</p:sldLayout>
</file>

<file path=ppt/slideLayouts/slideLayout23.xml><?xml version="1.0" encoding="utf-8"?>
<p:sldLayout xmlns:p="http://schemas.openxmlformats.org/presentationml/2006/main" showMasterSp="1" showMasterPhAnim="0" matchingName="" preserve="0" userDrawn="1">
  <p:cSld name="Пустой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png" Id="R6d95a17698dc490f" /><Relationship Type="http://schemas.openxmlformats.org/officeDocument/2006/relationships/theme" Target="/ppt/slideMasters/theme/theme2.xml" Id="R006f79935f384d7b" /><Relationship Type="http://schemas.openxmlformats.org/officeDocument/2006/relationships/slideLayout" Target="/ppt/slideLayouts/slideLayout1.xml" Id="Raed38e47e9d8482b" /><Relationship Type="http://schemas.openxmlformats.org/officeDocument/2006/relationships/slideLayout" Target="/ppt/slideLayouts/slideLayout2.xml" Id="R5b5e8a4d1ee540e5" /><Relationship Type="http://schemas.openxmlformats.org/officeDocument/2006/relationships/slideLayout" Target="/ppt/slideLayouts/slideLayout3.xml" Id="Rba6d4b24498f45ba" /><Relationship Type="http://schemas.openxmlformats.org/officeDocument/2006/relationships/slideLayout" Target="/ppt/slideLayouts/slideLayout4.xml" Id="Re6b7ea30c9634347" /><Relationship Type="http://schemas.openxmlformats.org/officeDocument/2006/relationships/slideLayout" Target="/ppt/slideLayouts/slideLayout5.xml" Id="Rb6105e6c534e4b2b" /><Relationship Type="http://schemas.openxmlformats.org/officeDocument/2006/relationships/slideLayout" Target="/ppt/slideLayouts/slideLayout6.xml" Id="R8cb65025cc3c4bba" /><Relationship Type="http://schemas.openxmlformats.org/officeDocument/2006/relationships/slideLayout" Target="/ppt/slideLayouts/slideLayout7.xml" Id="Rd679ed0e27714f0c" /><Relationship Type="http://schemas.openxmlformats.org/officeDocument/2006/relationships/slideLayout" Target="/ppt/slideLayouts/slideLayout8.xml" Id="Rf24aff83200c4ea9" /><Relationship Type="http://schemas.openxmlformats.org/officeDocument/2006/relationships/slideLayout" Target="/ppt/slideLayouts/slideLayout9.xml" Id="R40a8fdd6f3364eeb" /><Relationship Type="http://schemas.openxmlformats.org/officeDocument/2006/relationships/slideLayout" Target="/ppt/slideLayouts/slideLayout10.xml" Id="R8f6c1ee46c2646e1" /><Relationship Type="http://schemas.openxmlformats.org/officeDocument/2006/relationships/slideLayout" Target="/ppt/slideLayouts/slideLayout11.xml" Id="R89f420b2fc1f4d6a" /><Relationship Type="http://schemas.openxmlformats.org/officeDocument/2006/relationships/slideLayout" Target="/ppt/slideLayouts/slideLayout12.xml" Id="R15cd710048894ad0" /><Relationship Type="http://schemas.openxmlformats.org/officeDocument/2006/relationships/slideLayout" Target="/ppt/slideLayouts/slideLayout13.xml" Id="R9b345615598b4614" /><Relationship Type="http://schemas.openxmlformats.org/officeDocument/2006/relationships/slideLayout" Target="/ppt/slideLayouts/slideLayout14.xml" Id="R5a5faaec2a074afd" /><Relationship Type="http://schemas.openxmlformats.org/officeDocument/2006/relationships/slideLayout" Target="/ppt/slideLayouts/slideLayout15.xml" Id="R39595d1eb82b432b" /><Relationship Type="http://schemas.openxmlformats.org/officeDocument/2006/relationships/slideLayout" Target="/ppt/slideLayouts/slideLayout16.xml" Id="Rffe63b6b0b7c481b" /><Relationship Type="http://schemas.openxmlformats.org/officeDocument/2006/relationships/slideLayout" Target="/ppt/slideLayouts/slideLayout17.xml" Id="R23003a9933184ee2" /><Relationship Type="http://schemas.openxmlformats.org/officeDocument/2006/relationships/slideLayout" Target="/ppt/slideLayouts/slideLayout18.xml" Id="R74489190bb444433" /><Relationship Type="http://schemas.openxmlformats.org/officeDocument/2006/relationships/slideLayout" Target="/ppt/slideLayouts/slideLayout19.xml" Id="Rc7a3d3cc6f6440f4" /><Relationship Type="http://schemas.openxmlformats.org/officeDocument/2006/relationships/slideLayout" Target="/ppt/slideLayouts/slideLayout20.xml" Id="Rd31b6a8aedfe4011" /><Relationship Type="http://schemas.openxmlformats.org/officeDocument/2006/relationships/slideLayout" Target="/ppt/slideLayouts/slideLayout21.xml" Id="Rd5cfdb34357b49ad" /><Relationship Type="http://schemas.openxmlformats.org/officeDocument/2006/relationships/slideLayout" Target="/ppt/slideLayouts/slideLayout22.xml" Id="R000bcb74c7a342d9" /><Relationship Type="http://schemas.openxmlformats.org/officeDocument/2006/relationships/slideLayout" Target="/ppt/slideLayouts/slideLayout23.xml" Id="R7887714d2b8743d4" /></Relationships>
</file>

<file path=ppt/slideMasters/slideMaster1.xml><?xml version="1.0" encoding="utf-8"?>
<p:sldMaster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6d95a17698dc490f">
            <a:lum/>
          </a:blip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7097445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B7C1492-8D02-4356-90AA-F6664F078A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ОБРАЗЕЦ ЗАГОЛОВКА</a:t>
            </a:r>
          </a:p>
        </p:txBody>
      </p:sp>
      <p:sp>
        <p:nvSpPr>
          <p:cNvPr id="1903902632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C790DE70-66A2-4573-8922-93D2F2FD67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5392" y="1016177"/>
            <a:ext cx="11561229" cy="51607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317792352" name="Дата 3">
            <a:extLst xmlns:a="http://schemas.openxmlformats.org/drawingml/2006/main">
              <a:ext uri="{FF2B5EF4-FFF2-40B4-BE49-F238E27FC236}">
                <a16:creationId xmlns:a16="http://schemas.microsoft.com/office/drawing/2014/main" id="{3DC03D1F-9D23-494C-A0DB-2EBC20ABC36D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9D490EE5-ED7D-46E8-8345-A78A0CB0F4A4}" type="datetime1">
              <a:t>16.09.2026</a:t>
            </a:fld>
          </a:p>
        </p:txBody>
      </p:sp>
      <p:sp>
        <p:nvSpPr>
          <p:cNvPr id="1926070673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B44793E9-07B3-48CA-A15E-5693D6238447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</a:p>
        </p:txBody>
      </p:sp>
      <p:sp>
        <p:nvSpPr>
          <p:cNvPr id="1282487685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F3885968-86E9-48EC-A34E-F0585EE927E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7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52DCC5B9-D646-4B76-891F-6FF4E74E9CB4}" type="slidenum">
              <a:t>&lt;#&gt;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ed38e47e9d8482b"/>
    <p:sldLayoutId xmlns:r="http://schemas.openxmlformats.org/officeDocument/2006/relationships" id="2147483650" r:id="R5b5e8a4d1ee540e5"/>
    <p:sldLayoutId xmlns:r="http://schemas.openxmlformats.org/officeDocument/2006/relationships" id="2147483651" r:id="Rba6d4b24498f45ba"/>
    <p:sldLayoutId xmlns:r="http://schemas.openxmlformats.org/officeDocument/2006/relationships" id="2147483652" r:id="Re6b7ea30c9634347"/>
    <p:sldLayoutId xmlns:r="http://schemas.openxmlformats.org/officeDocument/2006/relationships" id="2147483653" r:id="Rb6105e6c534e4b2b"/>
    <p:sldLayoutId xmlns:r="http://schemas.openxmlformats.org/officeDocument/2006/relationships" id="2147483654" r:id="R8cb65025cc3c4bba"/>
    <p:sldLayoutId xmlns:r="http://schemas.openxmlformats.org/officeDocument/2006/relationships" id="2147483655" r:id="Rd679ed0e27714f0c"/>
    <p:sldLayoutId xmlns:r="http://schemas.openxmlformats.org/officeDocument/2006/relationships" id="2147483656" r:id="Rf24aff83200c4ea9"/>
    <p:sldLayoutId xmlns:r="http://schemas.openxmlformats.org/officeDocument/2006/relationships" id="2147483657" r:id="R40a8fdd6f3364eeb"/>
    <p:sldLayoutId xmlns:r="http://schemas.openxmlformats.org/officeDocument/2006/relationships" id="2147483658" r:id="R8f6c1ee46c2646e1"/>
    <p:sldLayoutId xmlns:r="http://schemas.openxmlformats.org/officeDocument/2006/relationships" id="2147483659" r:id="R89f420b2fc1f4d6a"/>
    <p:sldLayoutId xmlns:r="http://schemas.openxmlformats.org/officeDocument/2006/relationships" id="2147483660" r:id="R15cd710048894ad0"/>
    <p:sldLayoutId xmlns:r="http://schemas.openxmlformats.org/officeDocument/2006/relationships" id="2147483661" r:id="R9b345615598b4614"/>
    <p:sldLayoutId xmlns:r="http://schemas.openxmlformats.org/officeDocument/2006/relationships" id="2147483662" r:id="R5a5faaec2a074afd"/>
    <p:sldLayoutId xmlns:r="http://schemas.openxmlformats.org/officeDocument/2006/relationships" id="2147483663" r:id="R39595d1eb82b432b"/>
    <p:sldLayoutId xmlns:r="http://schemas.openxmlformats.org/officeDocument/2006/relationships" id="2147483664" r:id="Rffe63b6b0b7c481b"/>
    <p:sldLayoutId xmlns:r="http://schemas.openxmlformats.org/officeDocument/2006/relationships" id="2147483665" r:id="R23003a9933184ee2"/>
    <p:sldLayoutId xmlns:r="http://schemas.openxmlformats.org/officeDocument/2006/relationships" id="2147483666" r:id="R74489190bb444433"/>
    <p:sldLayoutId xmlns:r="http://schemas.openxmlformats.org/officeDocument/2006/relationships" id="2147483667" r:id="Rc7a3d3cc6f6440f4"/>
    <p:sldLayoutId xmlns:r="http://schemas.openxmlformats.org/officeDocument/2006/relationships" id="2147483668" r:id="Rd31b6a8aedfe4011"/>
    <p:sldLayoutId xmlns:r="http://schemas.openxmlformats.org/officeDocument/2006/relationships" id="2147483669" r:id="Rd5cfdb34357b49ad"/>
    <p:sldLayoutId xmlns:r="http://schemas.openxmlformats.org/officeDocument/2006/relationships" id="2147483670" r:id="R000bcb74c7a342d9"/>
    <p:sldLayoutId xmlns:r="http://schemas.openxmlformats.org/officeDocument/2006/relationships" id="2147483671" r:id="R7887714d2b8743d4"/>
  </p:sldLayoutIdLst>
  <p:hf sldNum="1" hdr="0" ftr="0" dt="0"/>
  <p:txStyles>
    <p:titleStyle>
      <a:lvl1pPr xmlns:a="http://schemas.openxmlformats.org/drawingml/2006/main" algn="l" defTabSz="578755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144688" indent="-144688" algn="l" defTabSz="578755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1pPr>
      <a:lvl2pPr xmlns:a="http://schemas.openxmlformats.org/drawingml/2006/main" marL="434067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2pPr>
      <a:lvl3pPr xmlns:a="http://schemas.openxmlformats.org/drawingml/2006/main" marL="72344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3pPr>
      <a:lvl4pPr xmlns:a="http://schemas.openxmlformats.org/drawingml/2006/main" marL="101282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4pPr>
      <a:lvl5pPr xmlns:a="http://schemas.openxmlformats.org/drawingml/2006/main" marL="1302200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5pPr>
      <a:lvl6pPr xmlns:a="http://schemas.openxmlformats.org/drawingml/2006/main" marL="159157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88095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170334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45971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578755">
        <a:buNone/>
        <a:defRPr sz="115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289378" algn="l" defTabSz="578755">
        <a:buNone/>
        <a:defRPr sz="115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578755" algn="l" defTabSz="578755">
        <a:buNone/>
        <a:defRPr sz="115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868132" algn="l" defTabSz="578755">
        <a:buNone/>
        <a:defRPr sz="115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157510" algn="l" defTabSz="578755">
        <a:buNone/>
        <a:defRPr sz="115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446887" algn="l" defTabSz="578755">
        <a:buNone/>
        <a:defRPr sz="115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736266" algn="l" defTabSz="578755">
        <a:buNone/>
        <a:defRPr sz="115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025644" algn="l" defTabSz="578755">
        <a:buNone/>
        <a:defRPr sz="115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315021" algn="l" defTabSz="578755">
        <a:buNone/>
        <a:defRPr sz="115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7951a40259431f" /><Relationship Type="http://schemas.openxmlformats.org/officeDocument/2006/relationships/notesSlide" Target="/ppt/notesSlides/notesSlide1.xml" Id="Ra51ced40ba734b0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b739ad5f0de4267" /><Relationship Type="http://schemas.openxmlformats.org/officeDocument/2006/relationships/image" Target="/ppt/media/image3.png" Id="Raa4a62f8fa8341c5" /><Relationship Type="http://schemas.openxmlformats.org/officeDocument/2006/relationships/notesSlide" Target="/ppt/notesSlides/notesSlide2.xml" Id="R090140ecdc46436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3e9f4379e4148a2" /><Relationship Type="http://schemas.openxmlformats.org/officeDocument/2006/relationships/image" Target="/ppt/media/image.png" Id="Rfbbb4830d0d744cc" /><Relationship Type="http://schemas.openxmlformats.org/officeDocument/2006/relationships/notesSlide" Target="/ppt/notesSlides/notesSlide3.xml" Id="R7ed72b8afb10480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16ef818d00a4179" /><Relationship Type="http://schemas.openxmlformats.org/officeDocument/2006/relationships/image" Target="/ppt/media/image4.png" Id="R12b8291bf52546bd" /><Relationship Type="http://schemas.openxmlformats.org/officeDocument/2006/relationships/notesSlide" Target="/ppt/notesSlides/notesSlide4.xml" Id="Rb5bbcbf9ff8047b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dcaf1c5e8b534b6a" /><Relationship Type="http://schemas.openxmlformats.org/officeDocument/2006/relationships/image" Target="/ppt/media/image.png" Id="Rc2488b9b6f074ab5" /><Relationship Type="http://schemas.openxmlformats.org/officeDocument/2006/relationships/notesSlide" Target="/ppt/notesSlides/notesSlide5.xml" Id="Rf22d9457a3d84cf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7f9aacc3320f4400" /><Relationship Type="http://schemas.openxmlformats.org/officeDocument/2006/relationships/image" Target="/ppt/media/image.png" Id="Rf6ef25fda8af4d79" /><Relationship Type="http://schemas.openxmlformats.org/officeDocument/2006/relationships/notesSlide" Target="/ppt/notesSlides/notesSlide6.xml" Id="R1e663b96175647d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33ef6a7b405c4bee" /><Relationship Type="http://schemas.openxmlformats.org/officeDocument/2006/relationships/image" Target="/ppt/media/image3.png" Id="R6c7df22e29f24080" /><Relationship Type="http://schemas.openxmlformats.org/officeDocument/2006/relationships/notesSlide" Target="/ppt/notesSlides/notesSlide7.xml" Id="Ra2f5aaaadc854c7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3.xml" Id="R621821b6bb344cfd" /><Relationship Type="http://schemas.openxmlformats.org/officeDocument/2006/relationships/image" Target="/ppt/media/image3.png" Id="R9a48588905d44379" /><Relationship Type="http://schemas.openxmlformats.org/officeDocument/2006/relationships/notesSlide" Target="/ppt/notesSlides/notesSlide8.xml" Id="R8de068b455e64d1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6821838443244229" /><Relationship Type="http://schemas.openxmlformats.org/officeDocument/2006/relationships/image" Target="/ppt/media/image3.png" Id="Re2a25f03816a463d" /><Relationship Type="http://schemas.openxmlformats.org/officeDocument/2006/relationships/notesSlide" Target="/ppt/notesSlides/notesSlide9.xml" Id="R1afaf2dcbc82480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4.xml" Id="Rc9494af9d4bb47ee" /><Relationship Type="http://schemas.openxmlformats.org/officeDocument/2006/relationships/image" Target="/ppt/media/image.png" Id="R61df1af42a074043" /><Relationship Type="http://schemas.openxmlformats.org/officeDocument/2006/relationships/chart" Target="/ppt/slides/charts/chart1.xml" Id="R552f3ef03b83445c" /><Relationship Type="http://schemas.openxmlformats.org/officeDocument/2006/relationships/notesSlide" Target="/ppt/notesSlides/notesSlide10.xml" Id="Re8d4257408ca441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ec9e59ec01824dbc" /><Relationship Type="http://schemas.openxmlformats.org/officeDocument/2006/relationships/image" Target="/ppt/media/image4.png" Id="Ra853ea617d82418f" /><Relationship Type="http://schemas.openxmlformats.org/officeDocument/2006/relationships/image" Target="/ppt/media/image.jpeg" Id="Ra4412f79be274479" /><Relationship Type="http://schemas.openxmlformats.org/officeDocument/2006/relationships/image" Target="/ppt/media/image2.jpeg" Id="R26e890437d8d4f8f" /><Relationship Type="http://schemas.openxmlformats.org/officeDocument/2006/relationships/image" Target="/ppt/media/image3.jpeg" Id="Rb308ce64efb94d57" /><Relationship Type="http://schemas.openxmlformats.org/officeDocument/2006/relationships/notesSlide" Target="/ppt/notesSlides/notesSlide11.xml" Id="R82e5dab9706b49e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4.xml" Id="Rfaa2fc0178ee4a9b" /><Relationship Type="http://schemas.openxmlformats.org/officeDocument/2006/relationships/image" Target="/ppt/media/image.png" Id="Rac3515ffd51642a1" /><Relationship Type="http://schemas.openxmlformats.org/officeDocument/2006/relationships/chart" Target="/ppt/slides/charts/chart2.xml" Id="R8b17707ba9dc46ac" /><Relationship Type="http://schemas.openxmlformats.org/officeDocument/2006/relationships/notesSlide" Target="/ppt/notesSlides/notesSlide12.xml" Id="R3ba50feef401436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ca89391b9d554144" /><Relationship Type="http://schemas.openxmlformats.org/officeDocument/2006/relationships/image" Target="/ppt/media/image.png" Id="R8389cb1dc7984065" /><Relationship Type="http://schemas.openxmlformats.org/officeDocument/2006/relationships/notesSlide" Target="/ppt/notesSlides/notesSlide13.xml" Id="R467dc8ba73c8420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6.xml" Id="Rb27ae64b628f41b4" /><Relationship Type="http://schemas.openxmlformats.org/officeDocument/2006/relationships/image" Target="/ppt/media/image4.png" Id="Redec64c108a441f4" /><Relationship Type="http://schemas.openxmlformats.org/officeDocument/2006/relationships/chart" Target="/ppt/slides/charts/chart3.xml" Id="R159013ee5cdf4eac" /><Relationship Type="http://schemas.openxmlformats.org/officeDocument/2006/relationships/notesSlide" Target="/ppt/notesSlides/notesSlide14.xml" Id="R21db673d9e1b41d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d632274a458e44dc" /><Relationship Type="http://schemas.openxmlformats.org/officeDocument/2006/relationships/image" Target="/ppt/media/image3.png" Id="R7e76286e1d094936" /><Relationship Type="http://schemas.openxmlformats.org/officeDocument/2006/relationships/notesSlide" Target="/ppt/notesSlides/notesSlide15.xml" Id="R51c30e3136df48d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3.xml" Id="R50a3da68d2ae44b6" /><Relationship Type="http://schemas.openxmlformats.org/officeDocument/2006/relationships/image" Target="/ppt/media/image3.png" Id="R50d2ba72ffaa4c0a" /><Relationship Type="http://schemas.openxmlformats.org/officeDocument/2006/relationships/notesSlide" Target="/ppt/notesSlides/notesSlide16.xml" Id="R2a6eb8c213944bf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4127908f66c84339" /><Relationship Type="http://schemas.openxmlformats.org/officeDocument/2006/relationships/image" Target="/ppt/media/image3.png" Id="R8545486ff21e44b5" /><Relationship Type="http://schemas.openxmlformats.org/officeDocument/2006/relationships/notesSlide" Target="/ppt/notesSlides/notesSlide17.xml" Id="R1134e7180acb4e8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3faef7a6784df5" /><Relationship Type="http://schemas.openxmlformats.org/officeDocument/2006/relationships/notesSlide" Target="/ppt/notesSlides/notesSlide18.xml" Id="R70b8c54708ad44b2" /></Relationships>
</file>

<file path=ppt/slides/charts/chart1.xml><?xml version="1.0" encoding="utf-8"?>
<c:chartSpace xmlns:mc="http://schemas.openxmlformats.org/markup-compatibility/2006" xmlns:c14="http://schemas.microsoft.com/office/drawing/2007/8/2/chart" xmlns:c="http://schemas.openxmlformats.org/drawingml/2006/chart" mc:Ignorable="c14">
  <c:lang val="en-US"/>
  <c:roundedCorners val="0"/>
  <mc:AlternateContent>
    <mc:Choice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688"/>
          <c:y val="0.126935"/>
          <c:w val="0.926086"/>
          <c:h val="0.66747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Speed</c:v>
                </c:pt>
              </c:strCache>
            </c:strRef>
          </c:tx>
          <c:spPr>
            <a:solidFill xmlns:a="http://schemas.openxmlformats.org/drawingml/2006/main">
              <a:schemeClr val="accent1"/>
            </a:solidFill>
            <a:ln xmlns:a="http://schemas.openxmlformats.org/drawingml/2006/main" w="63500">
              <a:noFill/>
            </a:ln>
          </c:spPr>
          <c:cat>
            <c:numRef>
              <c:f>Лист1!$A$2:$A$5</c:f>
              <c:numCache>
                <c:formatCode>General</c:formatCod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</c:numCache>
            </c:numRef>
          </c:cat>
          <c:val>
            <c:numRef>
              <c:f>Лист1!$B$2:$B$5</c:f>
              <c:numCache>
                <c:formatCode>General</c:formatCode>
                <c:ptCount val="3"/>
                <c:pt idx="0">
                  <c:v>0.836126</c:v>
                </c:pt>
                <c:pt idx="1">
                  <c:v>0.804762</c:v>
                </c:pt>
                <c:pt idx="2">
                  <c:v>0.926279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Quality</c:v>
                </c:pt>
              </c:strCache>
            </c:strRef>
          </c:tx>
          <c:spPr>
            <a:solidFill xmlns:a="http://schemas.openxmlformats.org/drawingml/2006/main">
              <a:schemeClr val="accent2"/>
            </a:solidFill>
            <a:ln xmlns:a="http://schemas.openxmlformats.org/drawingml/2006/main" w="63500">
              <a:noFill/>
            </a:ln>
          </c:spPr>
          <c:cat>
            <c:numRef>
              <c:f>Лист1!$A$2:$A$5</c:f>
              <c:numCache>
                <c:formatCode>General</c:formatCod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</c:numCache>
            </c:numRef>
          </c:cat>
          <c:val>
            <c:numRef>
              <c:f>Лист1!$C$2:$C$5</c:f>
              <c:numCache>
                <c:formatCode>General</c:formatCode>
                <c:ptCount val="3"/>
                <c:pt idx="0">
                  <c:v>0.841086</c:v>
                </c:pt>
                <c:pt idx="1">
                  <c:v>0.812875</c:v>
                </c:pt>
                <c:pt idx="2">
                  <c:v>0.936684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xmlns:a="http://schemas.openxmlformats.org/drawingml/2006/main" w="9525" cmpd="sng">
            <a:solidFill>
              <a:schemeClr val="tx1">
                <a:lumMod val="15000"/>
                <a:lumOff val="85000"/>
              </a:schemeClr>
            </a:solidFill>
          </a:ln>
        </c:spPr>
        <c:txPr>
          <a:bodyPr xmlns:a="http://schemas.openxmlformats.org/drawingml/2006/main" rot="-60000000" spcFirstLastPara="1" vert="horz" wrap="square" anchor="ctr" anchorCtr="1"/>
          <a:lstStyle xmlns:a="http://schemas.openxmlformats.org/drawingml/2006/main"/>
          <a:p xmlns:a="http://schemas.openxmlformats.org/drawingml/2006/main">
            <a:pPr>
              <a:defRPr sz="1200" b="0" i="0" u="none">
                <a:solidFill>
                  <a:schemeClr val="bg1"/>
                </a:solidFill>
                <a:latin typeface="Montserrat"/>
                <a:ea typeface="Montserrat"/>
                <a:cs typeface="Montserrat"/>
              </a:defRPr>
            </a:pPr>
          </a:p>
        </c:txPr>
        <c:crossAx val="1173587135"/>
        <c:crosses val="autoZero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l"/>
        <c:majorGridlines>
          <c:spPr>
            <a:ln xmlns:a="http://schemas.openxmlformats.org/drawingml/2006/main" w="9525" cmpd="sng">
              <a:solidFill>
                <a:schemeClr val="bg1">
                  <a:alpha val="50000"/>
                </a:schemeClr>
              </a:solidFill>
            </a:ln>
          </c:spPr>
        </c:majorGridlines>
        <c:numFmt formatCode="0.00" sourceLinked="1"/>
        <c:majorTickMark val="none"/>
        <c:minorTickMark val="none"/>
        <c:tickLblPos val="nextTo"/>
        <c:spPr>
          <a:ln xmlns:a="http://schemas.openxmlformats.org/drawingml/2006/main">
            <a:noFill/>
          </a:ln>
        </c:spPr>
        <c:txPr>
          <a:bodyPr xmlns:a="http://schemas.openxmlformats.org/drawingml/2006/main" rot="-60000000" vert="horz" anchor="ctr" anchorCtr="1"/>
          <a:lstStyle xmlns:a="http://schemas.openxmlformats.org/drawingml/2006/main"/>
          <a:p xmlns:a="http://schemas.openxmlformats.org/drawingml/2006/main">
            <a:pPr>
              <a:defRPr sz="1200" b="0" i="0" u="none">
                <a:solidFill>
                  <a:schemeClr val="bg1"/>
                </a:solidFill>
                <a:latin typeface="Montserrat"/>
                <a:ea typeface="Montserrat"/>
                <a:cs typeface="Montserrat"/>
              </a:defRPr>
            </a:pPr>
          </a:p>
        </c:txPr>
        <c:crossAx val="1688540351"/>
        <c:crosses val="autoZero"/>
        <c:crossBetween val="between"/>
        <c:majorUnit val="1"/>
      </c:valAx>
      <c:spPr>
        <a:noFill xmlns:a="http://schemas.openxmlformats.org/drawingml/2006/main"/>
        <a:ln xmlns:a="http://schemas.openxmlformats.org/drawingml/2006/main" w="25400">
          <a:noFill/>
        </a:ln>
      </c:spPr>
    </c:plotArea>
    <c:legend>
      <c:legendPos val="b"/>
      <c:layout>
        <c:manualLayout>
          <c:xMode val="edge"/>
          <c:yMode val="edge"/>
          <c:x val="0.030341"/>
          <c:y val="0.938201"/>
          <c:w val="0.947401"/>
          <c:h val="0.061799"/>
        </c:manualLayout>
      </c:layout>
      <c:overlay val="0"/>
      <c:spPr>
        <a:noFill xmlns:a="http://schemas.openxmlformats.org/drawingml/2006/main"/>
      </c:spPr>
      <c:txPr>
        <a:bodyPr xmlns:a="http://schemas.openxmlformats.org/drawingml/2006/main" rot="0" vert="horz" anchor="ctr" anchorCtr="1"/>
        <a:lstStyle xmlns:a="http://schemas.openxmlformats.org/drawingml/2006/main"/>
        <a:p xmlns:a="http://schemas.openxmlformats.org/drawingml/2006/main">
          <a:pPr>
            <a:defRPr sz="1200" b="0" i="0" u="none">
              <a:solidFill>
                <a:schemeClr val="bg1"/>
              </a:solidFill>
              <a:latin typeface="+mn-lt"/>
              <a:ea typeface="+mn-lt"/>
              <a:cs typeface="+mn-lt"/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>
      <a:noFill/>
    </a:ln>
  </c:spPr>
</c:chartSpace>
</file>

<file path=ppt/slides/charts/chart2.xml><?xml version="1.0" encoding="utf-8"?>
<c:chartSpace xmlns:mc="http://schemas.openxmlformats.org/markup-compatibility/2006" xmlns:c14="http://schemas.microsoft.com/office/drawing/2007/8/2/chart" xmlns:c="http://schemas.openxmlformats.org/drawingml/2006/chart" mc:Ignorable="c14">
  <c:lang val="en-US"/>
  <c:roundedCorners val="0"/>
  <mc:AlternateContent>
    <mc:Choice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688"/>
          <c:y val="0.126935"/>
          <c:w val="0.926086"/>
          <c:h val="0.66747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Запросы</c:v>
                </c:pt>
              </c:strCache>
            </c:strRef>
          </c:tx>
          <c:spPr>
            <a:solidFill xmlns:a="http://schemas.openxmlformats.org/drawingml/2006/main">
              <a:schemeClr val="accent1"/>
            </a:solidFill>
            <a:ln xmlns:a="http://schemas.openxmlformats.org/drawingml/2006/main" w="63500">
              <a:noFill/>
            </a:ln>
          </c:spPr>
          <c:cat>
            <c:numRef>
              <c:f>Лист1!$A$2:$A$5</c:f>
              <c:numCache>
                <c:formatCode>General</c:formatCod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</c:numCache>
            </c:numRef>
          </c:cat>
          <c:val>
            <c:numRef>
              <c:f>Лист1!$B$2:$B$5</c:f>
              <c:numCache>
                <c:formatCode>General</c:formatCode>
                <c:ptCount val="3"/>
                <c:pt idx="0">
                  <c:v>689</c:v>
                </c:pt>
                <c:pt idx="1">
                  <c:v>176</c:v>
                </c:pt>
                <c:pt idx="2">
                  <c:v>242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xmlns:a="http://schemas.openxmlformats.org/drawingml/2006/main" w="9525" cmpd="sng">
            <a:solidFill>
              <a:schemeClr val="tx1">
                <a:lumMod val="15000"/>
                <a:lumOff val="85000"/>
              </a:schemeClr>
            </a:solidFill>
          </a:ln>
        </c:spPr>
        <c:txPr>
          <a:bodyPr xmlns:a="http://schemas.openxmlformats.org/drawingml/2006/main" rot="-60000000" spcFirstLastPara="1" vert="horz" wrap="square" anchor="ctr" anchorCtr="1"/>
          <a:lstStyle xmlns:a="http://schemas.openxmlformats.org/drawingml/2006/main"/>
          <a:p xmlns:a="http://schemas.openxmlformats.org/drawingml/2006/main">
            <a:pPr>
              <a:defRPr sz="1200" b="0" i="0" u="none">
                <a:solidFill>
                  <a:schemeClr val="bg1"/>
                </a:solidFill>
                <a:latin typeface="Montserrat"/>
                <a:ea typeface="Montserrat"/>
                <a:cs typeface="Montserrat"/>
              </a:defRPr>
            </a:pPr>
          </a:p>
        </c:txPr>
        <c:crossAx val="1173587135"/>
        <c:crosses val="autoZero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 xmlns:a="http://schemas.openxmlformats.org/drawingml/2006/main">
            <a:noFill/>
          </a:ln>
        </c:spPr>
        <c:txPr>
          <a:bodyPr xmlns:a="http://schemas.openxmlformats.org/drawingml/2006/main" rot="-60000000" vert="horz" anchor="ctr" anchorCtr="1"/>
          <a:lstStyle xmlns:a="http://schemas.openxmlformats.org/drawingml/2006/main"/>
          <a:p xmlns:a="http://schemas.openxmlformats.org/drawingml/2006/main">
            <a:pPr>
              <a:defRPr sz="1200" b="0" i="0" u="none">
                <a:solidFill>
                  <a:schemeClr val="bg1"/>
                </a:solidFill>
                <a:latin typeface="Montserrat"/>
                <a:ea typeface="Montserrat"/>
                <a:cs typeface="Montserrat"/>
              </a:defRPr>
            </a:pPr>
          </a:p>
        </c:txPr>
        <c:crossAx val="1688540351"/>
        <c:crosses val="autoZero"/>
        <c:crossBetween val="between"/>
        <c:majorUnit val="1"/>
      </c:valAx>
      <c:spPr>
        <a:noFill xmlns:a="http://schemas.openxmlformats.org/drawingml/2006/main"/>
        <a:ln xmlns:a="http://schemas.openxmlformats.org/drawingml/2006/main" w="2540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>
      <a:noFill/>
    </a:ln>
  </c:spPr>
</c:chartSpace>
</file>

<file path=ppt/slides/charts/chart3.xml><?xml version="1.0" encoding="utf-8"?>
<c:chartSpace xmlns:mc="http://schemas.openxmlformats.org/markup-compatibility/2006" xmlns:c14="http://schemas.microsoft.com/office/drawing/2007/8/2/chart" xmlns:c="http://schemas.openxmlformats.org/drawingml/2006/chart" mc:Ignorable="c14">
  <c:lang val="en-US"/>
  <c:roundedCorners val="0"/>
  <mc:AlternateContent>
    <mc:Choice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3"/>
          <c:y val="0.126935"/>
          <c:w val="0.864242"/>
          <c:h val="0.667471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Лист1!$C$1</c:f>
              <c:strCache>
                <c:ptCount val="1"/>
                <c:pt idx="0">
                  <c:v>Batch‑1, ms</c:v>
                </c:pt>
              </c:strCache>
            </c:strRef>
          </c:tx>
          <c:spPr>
            <a:solidFill xmlns:a="http://schemas.openxmlformats.org/drawingml/2006/main">
              <a:schemeClr val="accent2"/>
            </a:solidFill>
            <a:ln xmlns:a="http://schemas.openxmlformats.org/drawingml/2006/main" w="63500">
              <a:solidFill>
                <a:schemeClr val="accent2"/>
              </a:solidFill>
            </a:ln>
          </c:spPr>
          <c:dPt>
            <c:idx val="0"/>
            <c:invertIfNegative val="0"/>
            <c:spPr>
              <a:solidFill xmlns:a="http://schemas.openxmlformats.org/drawingml/2006/main">
                <a:schemeClr val="accent2"/>
              </a:solidFill>
              <a:ln xmlns:a="http://schemas.openxmlformats.org/drawingml/2006/main" w="63500">
                <a:noFill/>
              </a:ln>
            </c:spPr>
          </c:dPt>
          <c:dPt>
            <c:idx val="1"/>
            <c:invertIfNegative val="0"/>
            <c:spPr>
              <a:solidFill xmlns:a="http://schemas.openxmlformats.org/drawingml/2006/main">
                <a:schemeClr val="accent4"/>
              </a:solidFill>
              <a:ln xmlns:a="http://schemas.openxmlformats.org/drawingml/2006/main" w="63500">
                <a:noFill/>
              </a:ln>
            </c:spPr>
          </c:dPt>
          <c:dPt>
            <c:idx val="2"/>
            <c:invertIfNegative val="0"/>
            <c:spPr>
              <a:solidFill xmlns:a="http://schemas.openxmlformats.org/drawingml/2006/main">
                <a:schemeClr val="accent5"/>
              </a:solidFill>
              <a:ln xmlns:a="http://schemas.openxmlformats.org/drawingml/2006/main" w="63500">
                <a:noFill/>
              </a:ln>
            </c:spPr>
          </c:dPt>
          <c:dPt>
            <c:idx val="3"/>
            <c:invertIfNegative val="0"/>
            <c:spPr>
              <a:solidFill xmlns:a="http://schemas.openxmlformats.org/drawingml/2006/main">
                <a:schemeClr val="accent1"/>
              </a:solidFill>
              <a:ln xmlns:a="http://schemas.openxmlformats.org/drawingml/2006/main" w="63500">
                <a:noFill/>
              </a:ln>
            </c:spPr>
          </c:dPt>
          <c:cat>
            <c:numRef>
              <c:f>Лист1!$A$2:$A$5</c:f>
              <c:numCache>
                <c:formatCode>General</c:formatCod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</c:numCache>
            </c:numRef>
          </c:cat>
          <c:val>
            <c:numRef>
              <c:f>Лист1!$C$2:$C$5</c:f>
              <c:numCache>
                <c:formatCode>General</c:formatCode>
                <c:ptCount val="2"/>
                <c:pt idx="0">
                  <c:v>50.98</c:v>
                </c:pt>
                <c:pt idx="1">
                  <c:v>41.83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 b="1">
                  <a:solidFill>
                    <a:srgbClr val="2D1451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 xmlns:a="http://schemas.openxmlformats.org/drawingml/2006/main" w="9525" cmpd="sng">
            <a:solidFill>
              <a:schemeClr val="tx1">
                <a:lumMod val="15000"/>
                <a:lumOff val="85000"/>
              </a:schemeClr>
            </a:solidFill>
          </a:ln>
        </c:spPr>
        <c:txPr>
          <a:bodyPr xmlns:a="http://schemas.openxmlformats.org/drawingml/2006/main" rot="-60000000" spcFirstLastPara="1" vert="horz" wrap="square" anchor="ctr" anchorCtr="1"/>
          <a:lstStyle xmlns:a="http://schemas.openxmlformats.org/drawingml/2006/main"/>
          <a:p xmlns:a="http://schemas.openxmlformats.org/drawingml/2006/main">
            <a:pPr>
              <a:defRPr sz="1200" b="0" i="0" u="none">
                <a:solidFill>
                  <a:schemeClr val="tx1"/>
                </a:solidFill>
                <a:latin typeface="Montserrat"/>
                <a:ea typeface="Montserrat"/>
                <a:cs typeface="Montserrat"/>
              </a:defRPr>
            </a:pPr>
          </a:p>
        </c:txPr>
        <c:crossAx val="1173587135"/>
        <c:crosses val="autoZero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one"/>
        <c:spPr>
          <a:ln xmlns:a="http://schemas.openxmlformats.org/drawingml/2006/main">
            <a:noFill/>
          </a:ln>
        </c:spPr>
        <c:txPr>
          <a:bodyPr xmlns:a="http://schemas.openxmlformats.org/drawingml/2006/main" rot="-60000000" vert="horz" anchor="ctr" anchorCtr="1"/>
          <a:lstStyle xmlns:a="http://schemas.openxmlformats.org/drawingml/2006/main"/>
          <a:p xmlns:a="http://schemas.openxmlformats.org/drawingml/2006/main">
            <a:pPr>
              <a:defRPr sz="1200" b="0" i="0" u="none">
                <a:solidFill>
                  <a:schemeClr val="tx1"/>
                </a:solidFill>
                <a:latin typeface="Montserrat"/>
                <a:ea typeface="Montserrat"/>
                <a:cs typeface="Montserrat"/>
              </a:defRPr>
            </a:pPr>
          </a:p>
        </c:txPr>
        <c:crossAx val="1688540351"/>
        <c:crosses val="autoZero"/>
        <c:crossBetween val="between"/>
        <c:majorUnit val="1"/>
      </c:valAx>
      <c:spPr>
        <a:noFill xmlns:a="http://schemas.openxmlformats.org/drawingml/2006/main"/>
        <a:ln xmlns:a="http://schemas.openxmlformats.org/drawingml/2006/main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>
      <a:noFill/>
    </a:ln>
  </c:spPr>
</c:chartSpace>
</file>

<file path=ppt/slides/slide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40199916" name="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B076B6C3-F44C-4E61-ABCB-BF864CFA8B5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" y="3894513"/>
            <a:ext cx="6271845" cy="170674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268288" indent="0">
              <a:buNone/>
            </a:pPr>
            <a:r>
              <a:t>FALCON REID</a:t>
            </a:r>
          </a:p>
        </p:txBody>
      </p:sp>
      <p:sp>
        <p:nvSpPr>
          <p:cNvPr id="1636791008" name="Рисунок 3">
            <a:extLst xmlns:a="http://schemas.openxmlformats.org/drawingml/2006/main">
              <a:ext uri="{FF2B5EF4-FFF2-40B4-BE49-F238E27FC236}">
                <a16:creationId xmlns:a16="http://schemas.microsoft.com/office/drawing/2014/main" id="{C84769B8-FC15-469B-B28C-826A14388F5E}"/>
              </a:ext>
            </a:extLst>
          </p:cNvPr>
          <p:cNvSpPr>
            <a:spLocks xmlns:a="http://schemas.openxmlformats.org/drawingml/2006/main" noGrp="1"/>
          </p:cNvSpPr>
          <p:nvPr>
            <p:ph type="pic" idx="11"/>
          </p:nvPr>
        </p:nvSpPr>
        <p:spPr>
          <a:xfrm xmlns:a="http://schemas.openxmlformats.org/drawingml/2006/main">
            <a:off x="305186" y="329801"/>
            <a:ext cx="5193299" cy="1082589"/>
          </a:xfrm>
        </p:spPr>
      </p:sp>
      <p:sp>
        <p:nvSpPr>
          <p:cNvPr id="757351073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6F30C0F3-9276-4CD1-A35C-BDAE8B1E6937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0" y="5659501"/>
            <a:ext cx="8930641" cy="757174"/>
          </a:xfr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indent="268288">
              <a:buNone/>
            </a:pPr>
            <a:r>
              <a:t>TryToBeatMyCodex · Задача №7</a:t>
            </a:r>
          </a:p>
          <a:p xmlns:a="http://schemas.openxmlformats.org/drawingml/2006/main">
            <a:pPr indent="268288">
              <a:buNone/>
            </a:pPr>
            <a:r>
              <a:t>Сервис формирования цифрового признака транспортного средства</a:t>
            </a:r>
          </a:p>
        </p:txBody>
      </p:sp>
      <p:sp>
        <p:nvSpPr>
          <p:cNvPr id="1091804844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A7E8835C-22B1-4A61-BA4F-2A1476FC3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6709" y="-313993"/>
            <a:ext cx="6125156" cy="2285622"/>
          </a:xfrm>
          <a:prstGeom xmlns:a="http://schemas.openxmlformats.org/drawingml/2006/main" prst="roundRect">
            <a:avLst>
              <a:gd name="adj" fmla="val 9821"/>
            </a:avLst>
          </a:prstGeom>
          <a:noFill xmlns:a="http://schemas.openxmlformats.org/drawingml/2006/main"/>
          <a:ln xmlns:a="http://schemas.openxmlformats.org/drawingml/2006/main" w="9525" cmpd="sng">
            <a:solidFill>
              <a:schemeClr val="accent2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1786992838"/>
      </p:ext>
    </p:extLst>
  </p:cSld>
</p:sld>
</file>

<file path=ppt/slides/slide2.xml><?xml version="1.0" encoding="utf-8"?>
<p:sld xmlns:p="http://schemas.openxmlformats.org/presentationml/2006/main" showMasterSp="1">
  <p:cSld>
    <p:bg>
      <p:bgPr>
        <a:blipFill xmlns:a="http://schemas.openxmlformats.org/drawingml/2006/main" rotWithShape="1">
          <a:blip xmlns:r="http://schemas.openxmlformats.org/officeDocument/2006/relationships" r:embed="Raa4a62f8fa8341c5">
            <a:lum/>
          </a:blip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6098921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6CB8A231-7F1B-4F37-B6D2-31CA42099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71800"/>
            <a:ext cx="6456363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CEE4">
              <a:alpha val="49804"/>
            </a:srgbClr>
          </a:solidFill>
          <a:ln xmlns:a="http://schemas.openxmlformats.org/drawingml/2006/main">
            <a:noFill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43600250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0AE090CD-8495-4E07-9631-523358FED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4" y="2303118"/>
            <a:ext cx="4945564" cy="66866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600" b="1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44151818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E1C1D2F-1397-456B-9B35-60B68CAAE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6606" y="4876070"/>
            <a:ext cx="4945565" cy="8900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93574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Font typeface="Wingdings"/>
              <a:buNone/>
            </a:pPr>
            <a:r>
              <a:rPr>
                <a:solidFill>
                  <a:schemeClr val="tx1"/>
                </a:solidFill>
              </a:rPr>
              <a:t>Три взаимодополняющих backbone, локальное DINO-сопоставление, gallery-only reranking и отдельно откалиброванный open-set отказ — без test camera, query-query и порядка CSV.</a:t>
            </a:r>
          </a:p>
        </p:txBody>
      </p:sp>
      <p:sp>
        <p:nvSpPr>
          <p:cNvPr id="66111978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6C712750-5C4A-4DF5-8149-0CFFA9DF8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3883009"/>
            <a:ext cx="5629858" cy="239903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chemeClr val="tx1"/>
                </a:solidFill>
              </a:rPr>
              <a:t/>
            </a:r>
          </a:p>
        </p:txBody>
      </p:sp>
      <p:sp>
        <p:nvSpPr>
          <p:cNvPr id="648121520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79F4410-88AD-43B6-A33A-EC14E96B6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3484785"/>
            <a:ext cx="2990173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600" b="1">
                <a:solidFill>
                  <a:schemeClr val="accent5"/>
                </a:solidFill>
              </a:rPr>
              <a:t/>
            </a:r>
          </a:p>
        </p:txBody>
      </p:sp>
      <p:sp>
        <p:nvSpPr>
          <p:cNvPr id="328740113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FDC92896-19FC-4DA1-87C9-0FFF477C2D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19903" y="1039236"/>
            <a:ext cx="3636703" cy="1015128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520977"/>
                </a:solidFill>
              </a:rPr>
              <a:t>КОМАНДА «TRYTOBEATMYCODEX»</a:t>
            </a:r>
          </a:p>
        </p:txBody>
      </p:sp>
      <p:sp>
        <p:nvSpPr>
          <p:cNvPr id="1478954076" name="Прямая соединительная линия 6">
            <a:extLst xmlns:a="http://schemas.openxmlformats.org/drawingml/2006/main">
              <a:ext uri="{FF2B5EF4-FFF2-40B4-BE49-F238E27FC236}">
                <a16:creationId xmlns:a16="http://schemas.microsoft.com/office/drawing/2014/main" id="{4BD46A41-9FEE-41D5-954F-405CD3B82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0774" y="2240031"/>
            <a:ext cx="488482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216552124" name="Прямая соединительная линия 15">
            <a:extLst xmlns:a="http://schemas.openxmlformats.org/drawingml/2006/main">
              <a:ext uri="{FF2B5EF4-FFF2-40B4-BE49-F238E27FC236}">
                <a16:creationId xmlns:a16="http://schemas.microsoft.com/office/drawing/2014/main" id="{B54424E5-BA28-42AD-B742-F3F1CD41A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7347" y="4437879"/>
            <a:ext cx="488482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331184900" name="Прямая соединительная линия 16">
            <a:extLst xmlns:a="http://schemas.openxmlformats.org/drawingml/2006/main">
              <a:ext uri="{FF2B5EF4-FFF2-40B4-BE49-F238E27FC236}">
                <a16:creationId xmlns:a16="http://schemas.microsoft.com/office/drawing/2014/main" id="{F3848C4B-D1AE-4991-90C7-461206096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833" y="3448639"/>
            <a:ext cx="5700167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503619342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B38C72B3-05D0-4E40-A17B-017E331E2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4" y="4541737"/>
            <a:ext cx="4945564" cy="66866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600" b="1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107576141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59ED023-A5F2-427F-9A27-BE90DD39A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8027" y="2619903"/>
            <a:ext cx="4945565" cy="8900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93574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Font typeface="Wingdings"/>
              <a:buNone/>
            </a:pPr>
            <a:r>
              <a:rPr>
                <a:solidFill>
                  <a:schemeClr val="tx1"/>
                </a:solidFill>
              </a:rPr>
              <a:t>Offline-сервис Vehicle ReID: по кадру и BBox строит цифровой признак автомобиля, возвращает top‑10 похожих изображений и может отказаться от ненадёжного top‑1.</a:t>
            </a:r>
          </a:p>
        </p:txBody>
      </p:sp>
      <p:sp>
        <p:nvSpPr>
          <p:cNvPr id="2108767591" name="Номер слайда 35">
            <a:extLst xmlns:a="http://schemas.openxmlformats.org/drawingml/2006/main">
              <a:ext uri="{FF2B5EF4-FFF2-40B4-BE49-F238E27FC236}">
                <a16:creationId xmlns:a16="http://schemas.microsoft.com/office/drawing/2014/main" id="{817E3134-0179-48F0-AFD1-FB6791F84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3507" y="6356357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marL="0" algn="l" defTabSz="914220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110" algn="l" defTabSz="914220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220" algn="l" defTabSz="914220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329" algn="l" defTabSz="914220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439" algn="l" defTabSz="914220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5549" algn="l" defTabSz="914220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2658" algn="l" defTabSz="914220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199765" algn="l" defTabSz="914220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6877" algn="l" defTabSz="914220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ctr">
              <a:buNone/>
            </a:pPr>
            <a:fld id="{52DCC5B9-D646-4B76-891F-6FF4E74E9CB4}" type="slidenum">
              <a:rPr sz="1200">
                <a:solidFill>
                  <a:schemeClr val="accent5"/>
                </a:solidFill>
              </a:rPr>
              <a:t>8</a:t>
            </a:fld>
          </a:p>
        </p:txBody>
      </p:sp>
    </p:spTree>
    <p:extLst>
      <p:ext uri="{BB962C8B-B14F-4D97-AF65-F5344CB8AC3E}">
        <p14:creationId xmlns:p14="http://schemas.microsoft.com/office/powerpoint/2010/main" val="1687996821"/>
      </p:ext>
    </p:extLst>
  </p:cSld>
</p:sld>
</file>

<file path=ppt/slides/slide3.xml><?xml version="1.0" encoding="utf-8"?>
<p:sld xmlns:p="http://schemas.openxmlformats.org/presentationml/2006/main" showMasterSp="1">
  <p:cSld>
    <p:bg>
      <p:bgPr>
        <a:blipFill xmlns:a="http://schemas.openxmlformats.org/drawingml/2006/main" rotWithShape="1">
          <a:blip xmlns:r="http://schemas.openxmlformats.org/officeDocument/2006/relationships" r:embed="Rfbbb4830d0d744cc">
            <a:lum/>
          </a:blip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19445992" name="Скругленный прямоугольник 55">
            <a:extLst xmlns:a="http://schemas.openxmlformats.org/drawingml/2006/main">
              <a:ext uri="{FF2B5EF4-FFF2-40B4-BE49-F238E27FC236}">
                <a16:creationId xmlns:a16="http://schemas.microsoft.com/office/drawing/2014/main" id="{9BCF5F59-9E93-440A-B3A6-E7E445B9A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394" y="1522006"/>
            <a:ext cx="2192713" cy="4834351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81545546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0F6AB0E1-01A6-49B4-831E-01878FB2D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522006"/>
            <a:ext cx="2192713" cy="4834351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62366709" name="Скругленный 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307399EE-C67E-49EB-A857-29B7A5BEF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952656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1493695819" name="Номер слайда 17">
            <a:extLst xmlns:a="http://schemas.openxmlformats.org/drawingml/2006/main">
              <a:ext uri="{FF2B5EF4-FFF2-40B4-BE49-F238E27FC236}">
                <a16:creationId xmlns:a16="http://schemas.microsoft.com/office/drawing/2014/main" id="{591C51EA-42D1-40A6-AB1C-45DC04B8BCE0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fld id="{202359C0-8A7A-196E-DD58-8E6569619F09}" type="slidenum">
              <a:rPr>
                <a:solidFill>
                  <a:schemeClr val="bg1"/>
                </a:solidFill>
              </a:rPr>
              <a:t>3</a:t>
            </a:fld>
          </a:p>
        </p:txBody>
      </p:sp>
      <p:sp>
        <p:nvSpPr>
          <p:cNvPr id="415042907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8A01A085-C902-4A17-A54C-8050C89AB0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8359" y="449787"/>
            <a:ext cx="9862734" cy="376138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 sz="1500"/>
              <a:t>КОМАНДА «TRYTOBEATMYCODEX»</a:t>
            </a:r>
          </a:p>
        </p:txBody>
      </p:sp>
    </p:spTree>
    <p:extLst>
      <p:ext uri="{BB962C8B-B14F-4D97-AF65-F5344CB8AC3E}">
        <p14:creationId xmlns:p14="http://schemas.microsoft.com/office/powerpoint/2010/main" val="1458348721"/>
      </p:ext>
    </p:extLst>
  </p:cSld>
</p:sld>
</file>

<file path=ppt/slides/slide4.xml><?xml version="1.0" encoding="utf-8"?>
<p:sld xmlns:p="http://schemas.openxmlformats.org/presentationml/2006/main" showMasterSp="1">
  <p:cSld>
    <p:bg>
      <p:bgPr>
        <a:blipFill xmlns:a="http://schemas.openxmlformats.org/drawingml/2006/main" rotWithShape="1">
          <a:blip xmlns:r="http://schemas.openxmlformats.org/officeDocument/2006/relationships" r:embed="R12b8291bf52546bd">
            <a:lum/>
          </a:blip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01463204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8615CFD0-F8DB-4A16-A368-7134FF6F8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952656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240408" name="Номер слайда 17">
            <a:extLst xmlns:a="http://schemas.openxmlformats.org/drawingml/2006/main">
              <a:ext uri="{FF2B5EF4-FFF2-40B4-BE49-F238E27FC236}">
                <a16:creationId xmlns:a16="http://schemas.microsoft.com/office/drawing/2014/main" id="{367D43F5-DD3E-4C73-99DA-E26645CC5500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fld id="{EFD6AB9A-5F9E-5F59-51AB-3C8734130965}" type="slidenum">
              <a:rPr>
                <a:solidFill>
                  <a:schemeClr val="accent5"/>
                </a:solidFill>
              </a:rPr>
              <a:t>4</a:t>
            </a:fld>
          </a:p>
        </p:txBody>
      </p:sp>
      <p:sp>
        <p:nvSpPr>
          <p:cNvPr id="865297653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9949E9B4-6919-4AB6-B808-9777B21D34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07849" y="449787"/>
            <a:ext cx="9862734" cy="376138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 sz="1500"/>
              <a:t>КОМАНДА «TRYTOBEATMYCODEX»</a:t>
            </a:r>
          </a:p>
        </p:txBody>
      </p:sp>
      <p:sp>
        <p:nvSpPr>
          <p:cNvPr id="158889012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EC54FDD2-44B8-4E0F-B9F2-BB2C69D8EBD1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533607" y="1602273"/>
            <a:ext cx="4425822" cy="934263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>
                <a:solidFill>
                  <a:schemeClr val="tx1"/>
                </a:solidFill>
              </a:rPr>
              <a:t/>
            </a:r>
          </a:p>
        </p:txBody>
      </p:sp>
      <p:sp>
        <p:nvSpPr>
          <p:cNvPr id="493921390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461A7BEC-B4D6-43CB-BB78-0968020A8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1279645"/>
            <a:ext cx="2990173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/>
            </a:r>
          </a:p>
        </p:txBody>
      </p:sp>
      <p:sp>
        <p:nvSpPr>
          <p:cNvPr id="24311821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E6C0B98-9E06-426F-A05E-F110224A9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5139255"/>
            <a:ext cx="7318749" cy="105536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>
                <a:solidFill>
                  <a:schemeClr val="tx1"/>
                </a:solidFill>
              </a:rPr>
              <a:t>Резкая смена ракурса и света; same-camera junk в метрике; похожие комплектации; open-set; ограничения latency и 2 GB. Решение: три независимых признака, local patch matching, честная cross-camera validation и отдельная калибровка отказа.</a:t>
            </a:r>
          </a:p>
        </p:txBody>
      </p:sp>
      <p:sp>
        <p:nvSpPr>
          <p:cNvPr id="76550796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CCE22ED-B051-49A6-9324-B69E9E7B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8" y="4571473"/>
            <a:ext cx="6438692" cy="62905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b="1">
                <a:solidFill>
                  <a:schemeClr val="accent5"/>
                </a:solidFill>
              </a:rPr>
              <a:t>С какими основными сложностями или вызовами мы столкнулись и как их преодолели?</a:t>
            </a:r>
          </a:p>
        </p:txBody>
      </p:sp>
      <p:sp>
        <p:nvSpPr>
          <p:cNvPr id="157444024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5A0D34C0-8AC1-4F3F-84F3-94F764BB7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3429000"/>
            <a:ext cx="4945565" cy="107852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>
                <a:solidFill>
                  <a:schemeClr val="tx1"/>
                </a:solidFill>
              </a:rPr>
              <a:t>Задача соединяет исследовательскую сложность cross-view ReID с понятным бизнес-эффектом: оператору нужен не «похожий тип», а тот же физический автомобиль без опоры на номер.</a:t>
            </a:r>
          </a:p>
        </p:txBody>
      </p:sp>
      <p:sp>
        <p:nvSpPr>
          <p:cNvPr id="179046958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5345E6E5-AB1B-4BEA-B6CD-59ED5F173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2900091"/>
            <a:ext cx="5629858" cy="52890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Почему мы выбрали именно эту задачу из предложенных на хакатоне?</a:t>
            </a:r>
          </a:p>
        </p:txBody>
      </p:sp>
      <p:sp>
        <p:nvSpPr>
          <p:cNvPr id="1125078722" name="Прямая соединительная линия 4">
            <a:extLst xmlns:a="http://schemas.openxmlformats.org/drawingml/2006/main">
              <a:ext uri="{FF2B5EF4-FFF2-40B4-BE49-F238E27FC236}">
                <a16:creationId xmlns:a16="http://schemas.microsoft.com/office/drawing/2014/main" id="{B33C8A2D-DE69-4293-9CBC-6B5877371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2745690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401438399" name="Прямая соединительная линия 5">
            <a:extLst xmlns:a="http://schemas.openxmlformats.org/drawingml/2006/main">
              <a:ext uri="{FF2B5EF4-FFF2-40B4-BE49-F238E27FC236}">
                <a16:creationId xmlns:a16="http://schemas.microsoft.com/office/drawing/2014/main" id="{B5FEDD19-B22B-45AA-A3EB-A64CDC6D6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4407066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854362844" name="Прямая соединительная линия 7">
            <a:extLst xmlns:a="http://schemas.openxmlformats.org/drawingml/2006/main">
              <a:ext uri="{FF2B5EF4-FFF2-40B4-BE49-F238E27FC236}">
                <a16:creationId xmlns:a16="http://schemas.microsoft.com/office/drawing/2014/main" id="{BB76ECEE-5D0D-4932-9D7E-F78B0E93C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110074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67245971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5D2D353-802C-4648-B464-E9F52B64C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1279645"/>
            <a:ext cx="956838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buNone/>
            </a:pPr>
            <a:r>
              <a:rPr b="1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97775083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43BC96DD-05D3-49E5-BAA0-46BFBDED7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2900091"/>
            <a:ext cx="930595" cy="52890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43348246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8A5A8D1-1CE6-47D8-856C-558737DCF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4571473"/>
            <a:ext cx="930596" cy="56778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139902362"/>
      </p:ext>
    </p:extLst>
  </p:cSld>
</p:sld>
</file>

<file path=ppt/slides/slide5.xml><?xml version="1.0" encoding="utf-8"?>
<p:sld xmlns:p="http://schemas.openxmlformats.org/presentationml/2006/main" showMasterSp="1">
  <p:cSld>
    <p:bg>
      <p:bgPr>
        <a:blipFill xmlns:a="http://schemas.openxmlformats.org/drawingml/2006/main" rotWithShape="1">
          <a:blip xmlns:r="http://schemas.openxmlformats.org/officeDocument/2006/relationships" r:embed="Rc2488b9b6f074ab5">
            <a:lum/>
          </a:blip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84634285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FDDDA550-6A51-46D3-ABC7-FAC620E28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750911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2449051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F334D41B-8629-483A-AA85-2F396FFA0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0774" y="1211284"/>
            <a:ext cx="5440313" cy="4989492"/>
          </a:xfrm>
          <a:prstGeom xmlns:a="http://schemas.openxmlformats.org/drawingml/2006/main" prst="roundRect">
            <a:avLst>
              <a:gd name="adj" fmla="val 3865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93046190" name="Скругленный прямоугольник 26">
            <a:extLst xmlns:a="http://schemas.openxmlformats.org/drawingml/2006/main">
              <a:ext uri="{FF2B5EF4-FFF2-40B4-BE49-F238E27FC236}">
                <a16:creationId xmlns:a16="http://schemas.microsoft.com/office/drawing/2014/main" id="{65B2C8B7-6E1E-4991-B2B0-B32839F40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211284"/>
            <a:ext cx="5440313" cy="4989492"/>
          </a:xfrm>
          <a:prstGeom xmlns:a="http://schemas.openxmlformats.org/drawingml/2006/main" prst="roundRect">
            <a:avLst>
              <a:gd name="adj" fmla="val 340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27018758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3978B24F-F7E6-4C4B-B2EB-65BF2D10DCE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fld id="{EE5B3003-2C54-13C6-9832-7637201064DE}" type="slidenum">
              <a:rPr>
                <a:solidFill>
                  <a:schemeClr val="bg1"/>
                </a:solidFill>
              </a:rPr>
              <a:t>5</a:t>
            </a:fld>
          </a:p>
        </p:txBody>
      </p:sp>
      <p:sp>
        <p:nvSpPr>
          <p:cNvPr id="178218181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5D741FD8-8DC0-4395-A1BB-5E5AE55E378C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589492" y="1920927"/>
            <a:ext cx="4929861" cy="3868581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 sz="1400">
                <a:solidFill>
                  <a:srgbClr val="2D1451"/>
                </a:solidFill>
              </a:rPr>
              <a:t>• Shared crop и пятизонный HSV.</a:t>
            </a:r>
          </a:p>
          <a:p xmlns:a="http://schemas.openxmlformats.org/drawingml/2006/main">
            <a:pPr>
              <a:buNone/>
            </a:pPr>
            <a:r>
              <a:rPr sz="1400">
                <a:solidFill>
                  <a:srgbClr val="2D1451"/>
                </a:solidFill>
              </a:rPr>
              <a:t>• TorchScript OSNet + DINOv2 B/14 + ConvNeXt‑Tiny.</a:t>
            </a:r>
          </a:p>
          <a:p xmlns:a="http://schemas.openxmlformats.org/drawingml/2006/main">
            <a:pPr>
              <a:buNone/>
            </a:pPr>
            <a:r>
              <a:rPr sz="1400">
                <a:solidFill>
                  <a:srgbClr val="2D1451"/>
                </a:solidFill>
              </a:rPr>
              <a:t>• Cosine retrieval → top‑50/top‑25 pair/token reranking, LambdaRank и family GNN.</a:t>
            </a:r>
          </a:p>
          <a:p xmlns:a="http://schemas.openxmlformats.org/drawingml/2006/main">
            <a:pPr>
              <a:buNone/>
            </a:pPr>
            <a:r>
              <a:rPr sz="1400">
                <a:solidFill>
                  <a:srgbClr val="2D1451"/>
                </a:solidFill>
              </a:rPr>
              <a:t>• Logistic policy принимает top‑1 или формирует отказ.</a:t>
            </a:r>
          </a:p>
          <a:p xmlns:a="http://schemas.openxmlformats.org/drawingml/2006/main">
            <a:pPr>
              <a:buNone/>
            </a:pPr>
            <a:r>
              <a:rPr sz="1400">
                <a:solidFill>
                  <a:srgbClr val="2D1451"/>
                </a:solidFill>
              </a:rPr>
              <a:t>• Offline Docker; нет query-query, test camera и CSV-order.</a:t>
            </a:r>
          </a:p>
        </p:txBody>
      </p:sp>
      <p:sp>
        <p:nvSpPr>
          <p:cNvPr id="321655550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F942A241-C1F3-4825-8029-FA771BF0FC31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6513513" y="1920927"/>
            <a:ext cx="4957144" cy="3876445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 sz="1400">
                <a:solidFill>
                  <a:srgbClr val="2D1451"/>
                </a:solidFill>
              </a:rPr>
              <a:t>• Оператор получает top‑10 кандидатов вместо ручного просмотра всей галереи.</a:t>
            </a:r>
          </a:p>
          <a:p xmlns:a="http://schemas.openxmlformats.org/drawingml/2006/main">
            <a:pPr marL="0" indent="0">
              <a:buNone/>
            </a:pPr>
            <a:r>
              <a:rPr>
                <a:solidFill>
                  <a:srgbClr val="2D1451"/>
                </a:solidFill>
              </a:rPr>
              <a:t>• Ненадёжный top‑1 не навязывается: сервис умеет отказать.</a:t>
            </a:r>
          </a:p>
          <a:p xmlns:a="http://schemas.openxmlformats.org/drawingml/2006/main">
            <a:pPr marL="0" indent="0">
              <a:buNone/>
            </a:pPr>
            <a:r>
              <a:rPr>
                <a:solidFill>
                  <a:srgbClr val="2D1451"/>
                </a:solidFill>
              </a:rPr>
              <a:t>• Static gallery индексируется заранее; решение масштабируется через FAISS IVF/PQ.</a:t>
            </a:r>
          </a:p>
          <a:p xmlns:a="http://schemas.openxmlformats.org/drawingml/2006/main">
            <a:pPr marL="0" indent="0">
              <a:buNone/>
            </a:pPr>
            <a:r>
              <a:rPr>
                <a:solidFill>
                  <a:srgbClr val="2D1451"/>
                </a:solidFill>
              </a:rPr>
              <a:t>• Проверяемые CSV/NPY/manifest и desktop-интерфейс упрощают внедрение и аудит.</a:t>
            </a:r>
          </a:p>
        </p:txBody>
      </p:sp>
      <p:sp>
        <p:nvSpPr>
          <p:cNvPr id="607500153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65DF6DDE-EC0F-4848-AF9E-171752F0A0D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56851"/>
            <a:ext cx="9862734" cy="376138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КОРОТКО О РЕШЕНИИ</a:t>
            </a:r>
          </a:p>
        </p:txBody>
      </p:sp>
      <p:sp>
        <p:nvSpPr>
          <p:cNvPr id="2139836321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5835AD22-26C2-4389-BAA3-683BEB220695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578063" y="1476583"/>
            <a:ext cx="4929861" cy="555147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1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878253783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285AB6A7-B089-480D-881B-3E2E0B4E46AC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6513513" y="1476583"/>
            <a:ext cx="5214724" cy="561519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1">
                <a:solidFill>
                  <a:schemeClr val="accent5"/>
                </a:solidFill>
              </a:rPr>
              <a:t>Маркетинговая суть решения</a:t>
            </a:r>
          </a:p>
        </p:txBody>
      </p:sp>
    </p:spTree>
    <p:extLst>
      <p:ext uri="{BB962C8B-B14F-4D97-AF65-F5344CB8AC3E}">
        <p14:creationId xmlns:p14="http://schemas.microsoft.com/office/powerpoint/2010/main" val="1884904369"/>
      </p:ext>
    </p:extLst>
  </p:cSld>
</p:sld>
</file>

<file path=ppt/slides/slide6.xml><?xml version="1.0" encoding="utf-8"?>
<p:sld xmlns:p="http://schemas.openxmlformats.org/presentationml/2006/main" showMasterSp="1">
  <p:cSld>
    <p:bg>
      <p:bgPr>
        <a:blipFill xmlns:a="http://schemas.openxmlformats.org/drawingml/2006/main" rotWithShape="1">
          <a:blip xmlns:r="http://schemas.openxmlformats.org/officeDocument/2006/relationships" r:embed="Rf6ef25fda8af4d79">
            <a:lum/>
          </a:blip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3318356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93B85D2D-81AA-4C08-BBD9-2EC0AC905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141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95246643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57B7FEF8-05AF-400C-93EA-F6C052E1F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7137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66709802" name="Скругленный 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058A39A5-3A38-4996-B1B8-DEC3C3F65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133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486554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6ECB9BA9-37C2-40B4-998F-A3D8A64A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9171090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91BAA042-4E92-491D-BB50-A95FE325E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262" y="1366572"/>
            <a:ext cx="1504594" cy="1401168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4567495" name="Скругленный 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4CF04BDE-BAFB-4D10-B1C1-3749C0994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1018" y="1366572"/>
            <a:ext cx="1504594" cy="1401168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28869434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4D4493D6-1173-486F-B2F7-E0DFB17C3DC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fld id="{8C630A04-5A25-9E0C-9436-126091DB86B3}" type="slidenum">
              <a:rPr>
                <a:solidFill>
                  <a:schemeClr val="accent5"/>
                </a:solidFill>
              </a:rPr>
              <a:t>6</a:t>
            </a:fld>
          </a:p>
        </p:txBody>
      </p:sp>
      <p:sp>
        <p:nvSpPr>
          <p:cNvPr id="183093576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2D27E6E4-FD9B-4F9C-9197-80A35FB00A90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16304" y="3286814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OSNet</a:t>
            </a:r>
          </a:p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Специализированный ReID-сигнал: identity, metric и part descriptors. Лучше держит индивидуальные детали конкретного ТС.</a:t>
            </a:r>
          </a:p>
        </p:txBody>
      </p:sp>
      <p:sp>
        <p:nvSpPr>
          <p:cNvPr id="1021543870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0B821ABF-0EB3-49ED-9B1A-E1DC6A476028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4569890" y="3264544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DINOv2 ViT‑B/14</a:t>
            </a:r>
          </a:p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CLS, регионы и patch tokens. Даёт устойчивое обобщение и локальное сопоставление при смене ракурса.</a:t>
            </a:r>
          </a:p>
        </p:txBody>
      </p:sp>
      <p:sp>
        <p:nvSpPr>
          <p:cNvPr id="1109396534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77AEB803-DFB3-4F78-AEF5-B18A2C44926C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8405081" y="3277471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ConvNeXt‑Tiny</a:t>
            </a:r>
          </a:p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Независимый CNN-сигнал: глобальная форма и локальные части. Снижает корреляцию ошибок ансамбля.</a:t>
            </a:r>
          </a:p>
        </p:txBody>
      </p:sp>
      <p:cxnSp>
        <p:nvCxnSpPr>
          <p:cNvPr id="1957439456" name="Google Shape;2799;p94"/>
          <p:cNvCxnSpPr/>
          <p:nvPr/>
        </p:nvCxnSpPr>
        <p:spPr>
          <a:xfrm xmlns:a="http://schemas.openxmlformats.org/drawingml/2006/main" flipV="1">
            <a:off x="3041995" y="2120995"/>
            <a:ext cx="2288595" cy="11479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headEnd type="none" w="med" len="med"/>
            <a:tailEnd type="none" w="med" len="me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cxnSp>
      <p:sp>
        <p:nvSpPr>
          <p:cNvPr id="63" name="Google Shape;2830;p94">
            <a:extLst xmlns:a="http://schemas.openxmlformats.org/drawingml/2006/main">
              <a:ext uri="{FF2B5EF4-FFF2-40B4-BE49-F238E27FC236}">
                <a16:creationId xmlns:a16="http://schemas.microsoft.com/office/drawing/2014/main" id="{3ADC22A0-C771-4687-AB82-BB6018132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99087" y="1753233"/>
            <a:ext cx="738530" cy="687909"/>
          </a:xfrm>
          <a:custGeom xmlns:a="http://schemas.openxmlformats.org/drawingml/2006/main">
            <a:rect l="l" t="t" r="r" b="b"/>
            <a:pathLst>
              <a:path w="10122" h="9289">
                <a:moveTo>
                  <a:pt x="9574" y="310"/>
                </a:moveTo>
                <a:cubicBezTo>
                  <a:pt x="9717" y="310"/>
                  <a:pt x="9812" y="406"/>
                  <a:pt x="9812" y="549"/>
                </a:cubicBezTo>
                <a:lnTo>
                  <a:pt x="9812" y="5669"/>
                </a:lnTo>
                <a:lnTo>
                  <a:pt x="8622" y="5669"/>
                </a:lnTo>
                <a:cubicBezTo>
                  <a:pt x="8550" y="5669"/>
                  <a:pt x="8479" y="5740"/>
                  <a:pt x="8479" y="5812"/>
                </a:cubicBezTo>
                <a:cubicBezTo>
                  <a:pt x="8479" y="5907"/>
                  <a:pt x="8550" y="5978"/>
                  <a:pt x="8622" y="5978"/>
                </a:cubicBezTo>
                <a:lnTo>
                  <a:pt x="9812" y="5978"/>
                </a:lnTo>
                <a:lnTo>
                  <a:pt x="9812" y="6455"/>
                </a:lnTo>
                <a:cubicBezTo>
                  <a:pt x="9812" y="6597"/>
                  <a:pt x="9717" y="6717"/>
                  <a:pt x="9574" y="6717"/>
                </a:cubicBezTo>
                <a:lnTo>
                  <a:pt x="549" y="6717"/>
                </a:lnTo>
                <a:cubicBezTo>
                  <a:pt x="406" y="6717"/>
                  <a:pt x="287" y="6597"/>
                  <a:pt x="287" y="6455"/>
                </a:cubicBezTo>
                <a:lnTo>
                  <a:pt x="287" y="5978"/>
                </a:lnTo>
                <a:lnTo>
                  <a:pt x="7979" y="5978"/>
                </a:lnTo>
                <a:cubicBezTo>
                  <a:pt x="8050" y="5978"/>
                  <a:pt x="8122" y="5907"/>
                  <a:pt x="8122" y="5812"/>
                </a:cubicBezTo>
                <a:cubicBezTo>
                  <a:pt x="8122" y="5740"/>
                  <a:pt x="8050" y="5669"/>
                  <a:pt x="7979" y="5669"/>
                </a:cubicBezTo>
                <a:lnTo>
                  <a:pt x="6216" y="5669"/>
                </a:lnTo>
                <a:lnTo>
                  <a:pt x="6216" y="310"/>
                </a:lnTo>
                <a:close/>
                <a:moveTo>
                  <a:pt x="5335" y="7002"/>
                </a:moveTo>
                <a:lnTo>
                  <a:pt x="5335" y="7193"/>
                </a:lnTo>
                <a:cubicBezTo>
                  <a:pt x="5335" y="7360"/>
                  <a:pt x="5216" y="7479"/>
                  <a:pt x="5049" y="7479"/>
                </a:cubicBezTo>
                <a:cubicBezTo>
                  <a:pt x="4907" y="7479"/>
                  <a:pt x="4764" y="7360"/>
                  <a:pt x="4764" y="7193"/>
                </a:cubicBezTo>
                <a:lnTo>
                  <a:pt x="4764" y="7002"/>
                </a:lnTo>
                <a:close/>
                <a:moveTo>
                  <a:pt x="6073" y="7002"/>
                </a:moveTo>
                <a:lnTo>
                  <a:pt x="6169" y="8241"/>
                </a:lnTo>
                <a:lnTo>
                  <a:pt x="3954" y="8241"/>
                </a:lnTo>
                <a:lnTo>
                  <a:pt x="4049" y="7002"/>
                </a:lnTo>
                <a:lnTo>
                  <a:pt x="4478" y="7002"/>
                </a:lnTo>
                <a:lnTo>
                  <a:pt x="4478" y="7193"/>
                </a:lnTo>
                <a:cubicBezTo>
                  <a:pt x="4478" y="7526"/>
                  <a:pt x="4740" y="7788"/>
                  <a:pt x="5049" y="7788"/>
                </a:cubicBezTo>
                <a:cubicBezTo>
                  <a:pt x="5383" y="7788"/>
                  <a:pt x="5645" y="7526"/>
                  <a:pt x="5645" y="7193"/>
                </a:cubicBezTo>
                <a:lnTo>
                  <a:pt x="5645" y="7002"/>
                </a:lnTo>
                <a:close/>
                <a:moveTo>
                  <a:pt x="6859" y="8526"/>
                </a:moveTo>
                <a:cubicBezTo>
                  <a:pt x="6883" y="8526"/>
                  <a:pt x="6907" y="8550"/>
                  <a:pt x="6907" y="8574"/>
                </a:cubicBezTo>
                <a:lnTo>
                  <a:pt x="6907" y="8955"/>
                </a:lnTo>
                <a:cubicBezTo>
                  <a:pt x="6907" y="8979"/>
                  <a:pt x="6883" y="9003"/>
                  <a:pt x="6859" y="9003"/>
                </a:cubicBezTo>
                <a:lnTo>
                  <a:pt x="3263" y="9003"/>
                </a:lnTo>
                <a:cubicBezTo>
                  <a:pt x="3240" y="9003"/>
                  <a:pt x="3216" y="8979"/>
                  <a:pt x="3216" y="8955"/>
                </a:cubicBezTo>
                <a:lnTo>
                  <a:pt x="3216" y="8574"/>
                </a:lnTo>
                <a:cubicBezTo>
                  <a:pt x="3216" y="8550"/>
                  <a:pt x="3240" y="8526"/>
                  <a:pt x="3263" y="8526"/>
                </a:cubicBezTo>
                <a:close/>
                <a:moveTo>
                  <a:pt x="549" y="1"/>
                </a:moveTo>
                <a:cubicBezTo>
                  <a:pt x="239" y="1"/>
                  <a:pt x="1" y="239"/>
                  <a:pt x="1" y="549"/>
                </a:cubicBezTo>
                <a:lnTo>
                  <a:pt x="1" y="1477"/>
                </a:lnTo>
                <a:cubicBezTo>
                  <a:pt x="1" y="1573"/>
                  <a:pt x="72" y="1644"/>
                  <a:pt x="144" y="1644"/>
                </a:cubicBezTo>
                <a:cubicBezTo>
                  <a:pt x="215" y="1644"/>
                  <a:pt x="287" y="1573"/>
                  <a:pt x="287" y="1477"/>
                </a:cubicBezTo>
                <a:lnTo>
                  <a:pt x="287" y="549"/>
                </a:lnTo>
                <a:cubicBezTo>
                  <a:pt x="287" y="406"/>
                  <a:pt x="406" y="310"/>
                  <a:pt x="549" y="310"/>
                </a:cubicBezTo>
                <a:lnTo>
                  <a:pt x="5907" y="310"/>
                </a:lnTo>
                <a:lnTo>
                  <a:pt x="5907" y="5669"/>
                </a:lnTo>
                <a:lnTo>
                  <a:pt x="287" y="5669"/>
                </a:lnTo>
                <a:lnTo>
                  <a:pt x="287" y="2144"/>
                </a:lnTo>
                <a:cubicBezTo>
                  <a:pt x="287" y="2049"/>
                  <a:pt x="239" y="2001"/>
                  <a:pt x="144" y="2001"/>
                </a:cubicBezTo>
                <a:cubicBezTo>
                  <a:pt x="72" y="2001"/>
                  <a:pt x="1" y="2049"/>
                  <a:pt x="1" y="2144"/>
                </a:cubicBezTo>
                <a:lnTo>
                  <a:pt x="1" y="6455"/>
                </a:lnTo>
                <a:cubicBezTo>
                  <a:pt x="1" y="6764"/>
                  <a:pt x="239" y="7002"/>
                  <a:pt x="549" y="7002"/>
                </a:cubicBezTo>
                <a:lnTo>
                  <a:pt x="3763" y="7002"/>
                </a:lnTo>
                <a:lnTo>
                  <a:pt x="3644" y="8241"/>
                </a:lnTo>
                <a:lnTo>
                  <a:pt x="3263" y="8241"/>
                </a:lnTo>
                <a:cubicBezTo>
                  <a:pt x="3073" y="8241"/>
                  <a:pt x="2930" y="8384"/>
                  <a:pt x="2930" y="8574"/>
                </a:cubicBezTo>
                <a:lnTo>
                  <a:pt x="2930" y="8955"/>
                </a:lnTo>
                <a:cubicBezTo>
                  <a:pt x="2930" y="9146"/>
                  <a:pt x="3073" y="9288"/>
                  <a:pt x="3263" y="9288"/>
                </a:cubicBezTo>
                <a:lnTo>
                  <a:pt x="6859" y="9288"/>
                </a:lnTo>
                <a:cubicBezTo>
                  <a:pt x="7050" y="9288"/>
                  <a:pt x="7193" y="9146"/>
                  <a:pt x="7193" y="8955"/>
                </a:cubicBezTo>
                <a:lnTo>
                  <a:pt x="7193" y="8574"/>
                </a:lnTo>
                <a:cubicBezTo>
                  <a:pt x="7193" y="8384"/>
                  <a:pt x="7050" y="8241"/>
                  <a:pt x="6859" y="8241"/>
                </a:cubicBezTo>
                <a:lnTo>
                  <a:pt x="6478" y="8241"/>
                </a:lnTo>
                <a:lnTo>
                  <a:pt x="6359" y="7002"/>
                </a:lnTo>
                <a:lnTo>
                  <a:pt x="9574" y="7002"/>
                </a:lnTo>
                <a:cubicBezTo>
                  <a:pt x="9860" y="7002"/>
                  <a:pt x="10122" y="6764"/>
                  <a:pt x="10122" y="6455"/>
                </a:cubicBezTo>
                <a:lnTo>
                  <a:pt x="10122" y="549"/>
                </a:lnTo>
                <a:cubicBezTo>
                  <a:pt x="10122" y="239"/>
                  <a:pt x="9884" y="1"/>
                  <a:pt x="9574" y="1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4" name="Google Shape;2831;p94">
            <a:extLst xmlns:a="http://schemas.openxmlformats.org/drawingml/2006/main">
              <a:ext uri="{FF2B5EF4-FFF2-40B4-BE49-F238E27FC236}">
                <a16:creationId xmlns:a16="http://schemas.microsoft.com/office/drawing/2014/main" id="{501922AB-D0F7-4BBD-B68C-41017F543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88385"/>
            <a:ext cx="311114" cy="244088"/>
          </a:xfrm>
          <a:custGeom xmlns:a="http://schemas.openxmlformats.org/drawingml/2006/main">
            <a:rect l="l" t="t" r="r" b="b"/>
            <a:pathLst>
              <a:path w="4264" h="3296">
                <a:moveTo>
                  <a:pt x="3897" y="0"/>
                </a:moveTo>
                <a:cubicBezTo>
                  <a:pt x="3848" y="0"/>
                  <a:pt x="3805" y="22"/>
                  <a:pt x="3787" y="57"/>
                </a:cubicBezTo>
                <a:lnTo>
                  <a:pt x="2835" y="1176"/>
                </a:lnTo>
                <a:lnTo>
                  <a:pt x="2596" y="986"/>
                </a:lnTo>
                <a:cubicBezTo>
                  <a:pt x="2573" y="962"/>
                  <a:pt x="2537" y="950"/>
                  <a:pt x="2501" y="950"/>
                </a:cubicBezTo>
                <a:cubicBezTo>
                  <a:pt x="2465" y="950"/>
                  <a:pt x="2430" y="962"/>
                  <a:pt x="2406" y="986"/>
                </a:cubicBezTo>
                <a:lnTo>
                  <a:pt x="1811" y="1629"/>
                </a:lnTo>
                <a:lnTo>
                  <a:pt x="1096" y="1367"/>
                </a:lnTo>
                <a:cubicBezTo>
                  <a:pt x="1084" y="1355"/>
                  <a:pt x="1066" y="1349"/>
                  <a:pt x="1045" y="1349"/>
                </a:cubicBezTo>
                <a:cubicBezTo>
                  <a:pt x="1025" y="1349"/>
                  <a:pt x="1001" y="1355"/>
                  <a:pt x="977" y="1367"/>
                </a:cubicBezTo>
                <a:lnTo>
                  <a:pt x="286" y="1772"/>
                </a:lnTo>
                <a:lnTo>
                  <a:pt x="286" y="462"/>
                </a:lnTo>
                <a:cubicBezTo>
                  <a:pt x="286" y="391"/>
                  <a:pt x="239" y="319"/>
                  <a:pt x="144" y="319"/>
                </a:cubicBezTo>
                <a:cubicBezTo>
                  <a:pt x="72" y="319"/>
                  <a:pt x="1" y="391"/>
                  <a:pt x="1" y="462"/>
                </a:cubicBezTo>
                <a:lnTo>
                  <a:pt x="1" y="3153"/>
                </a:lnTo>
                <a:cubicBezTo>
                  <a:pt x="1" y="3225"/>
                  <a:pt x="72" y="3296"/>
                  <a:pt x="144" y="3296"/>
                </a:cubicBezTo>
                <a:lnTo>
                  <a:pt x="4121" y="3296"/>
                </a:lnTo>
                <a:cubicBezTo>
                  <a:pt x="4192" y="3296"/>
                  <a:pt x="4263" y="3225"/>
                  <a:pt x="4263" y="3153"/>
                </a:cubicBezTo>
                <a:cubicBezTo>
                  <a:pt x="4263" y="3082"/>
                  <a:pt x="4216" y="3010"/>
                  <a:pt x="4121" y="3010"/>
                </a:cubicBezTo>
                <a:lnTo>
                  <a:pt x="4049" y="3010"/>
                </a:lnTo>
                <a:lnTo>
                  <a:pt x="4049" y="2200"/>
                </a:lnTo>
                <a:cubicBezTo>
                  <a:pt x="4049" y="2105"/>
                  <a:pt x="3978" y="2034"/>
                  <a:pt x="3906" y="2034"/>
                </a:cubicBezTo>
                <a:cubicBezTo>
                  <a:pt x="3811" y="2034"/>
                  <a:pt x="3739" y="2105"/>
                  <a:pt x="3739" y="2200"/>
                </a:cubicBezTo>
                <a:lnTo>
                  <a:pt x="3739" y="3010"/>
                </a:lnTo>
                <a:lnTo>
                  <a:pt x="3382" y="3010"/>
                </a:lnTo>
                <a:lnTo>
                  <a:pt x="3382" y="2891"/>
                </a:lnTo>
                <a:cubicBezTo>
                  <a:pt x="3382" y="2820"/>
                  <a:pt x="3311" y="2748"/>
                  <a:pt x="3239" y="2748"/>
                </a:cubicBezTo>
                <a:cubicBezTo>
                  <a:pt x="3144" y="2748"/>
                  <a:pt x="3073" y="2796"/>
                  <a:pt x="3073" y="2891"/>
                </a:cubicBezTo>
                <a:lnTo>
                  <a:pt x="3073" y="3010"/>
                </a:lnTo>
                <a:lnTo>
                  <a:pt x="2573" y="3010"/>
                </a:lnTo>
                <a:lnTo>
                  <a:pt x="2573" y="2891"/>
                </a:lnTo>
                <a:cubicBezTo>
                  <a:pt x="2573" y="2820"/>
                  <a:pt x="2525" y="2748"/>
                  <a:pt x="2430" y="2748"/>
                </a:cubicBezTo>
                <a:cubicBezTo>
                  <a:pt x="2358" y="2748"/>
                  <a:pt x="2287" y="2796"/>
                  <a:pt x="2287" y="2891"/>
                </a:cubicBezTo>
                <a:lnTo>
                  <a:pt x="2287" y="3010"/>
                </a:lnTo>
                <a:lnTo>
                  <a:pt x="1787" y="3010"/>
                </a:lnTo>
                <a:lnTo>
                  <a:pt x="1787" y="2891"/>
                </a:lnTo>
                <a:cubicBezTo>
                  <a:pt x="1787" y="2820"/>
                  <a:pt x="1715" y="2748"/>
                  <a:pt x="1644" y="2748"/>
                </a:cubicBezTo>
                <a:cubicBezTo>
                  <a:pt x="1549" y="2748"/>
                  <a:pt x="1501" y="2796"/>
                  <a:pt x="1501" y="2891"/>
                </a:cubicBezTo>
                <a:lnTo>
                  <a:pt x="1501" y="3010"/>
                </a:lnTo>
                <a:lnTo>
                  <a:pt x="1001" y="3010"/>
                </a:lnTo>
                <a:lnTo>
                  <a:pt x="1001" y="2891"/>
                </a:lnTo>
                <a:cubicBezTo>
                  <a:pt x="1001" y="2820"/>
                  <a:pt x="929" y="2748"/>
                  <a:pt x="834" y="2748"/>
                </a:cubicBezTo>
                <a:cubicBezTo>
                  <a:pt x="763" y="2748"/>
                  <a:pt x="691" y="2796"/>
                  <a:pt x="691" y="2891"/>
                </a:cubicBezTo>
                <a:lnTo>
                  <a:pt x="691" y="3010"/>
                </a:lnTo>
                <a:lnTo>
                  <a:pt x="286" y="3010"/>
                </a:lnTo>
                <a:lnTo>
                  <a:pt x="286" y="2105"/>
                </a:lnTo>
                <a:lnTo>
                  <a:pt x="1048" y="1653"/>
                </a:lnTo>
                <a:lnTo>
                  <a:pt x="1811" y="1962"/>
                </a:lnTo>
                <a:cubicBezTo>
                  <a:pt x="1823" y="1969"/>
                  <a:pt x="1838" y="1972"/>
                  <a:pt x="1853" y="1972"/>
                </a:cubicBezTo>
                <a:cubicBezTo>
                  <a:pt x="1893" y="1972"/>
                  <a:pt x="1936" y="1950"/>
                  <a:pt x="1953" y="1915"/>
                </a:cubicBezTo>
                <a:lnTo>
                  <a:pt x="2525" y="1296"/>
                </a:lnTo>
                <a:lnTo>
                  <a:pt x="2763" y="1486"/>
                </a:lnTo>
                <a:cubicBezTo>
                  <a:pt x="2795" y="1518"/>
                  <a:pt x="2828" y="1531"/>
                  <a:pt x="2860" y="1531"/>
                </a:cubicBezTo>
                <a:cubicBezTo>
                  <a:pt x="2899" y="1531"/>
                  <a:pt x="2938" y="1512"/>
                  <a:pt x="2977" y="1486"/>
                </a:cubicBezTo>
                <a:lnTo>
                  <a:pt x="3739" y="557"/>
                </a:lnTo>
                <a:lnTo>
                  <a:pt x="3739" y="1534"/>
                </a:lnTo>
                <a:cubicBezTo>
                  <a:pt x="3739" y="1629"/>
                  <a:pt x="3811" y="1677"/>
                  <a:pt x="3882" y="1677"/>
                </a:cubicBezTo>
                <a:cubicBezTo>
                  <a:pt x="3978" y="1677"/>
                  <a:pt x="4049" y="1629"/>
                  <a:pt x="4049" y="1534"/>
                </a:cubicBezTo>
                <a:lnTo>
                  <a:pt x="4049" y="152"/>
                </a:lnTo>
                <a:cubicBezTo>
                  <a:pt x="4049" y="81"/>
                  <a:pt x="4001" y="33"/>
                  <a:pt x="3954" y="10"/>
                </a:cubicBezTo>
                <a:cubicBezTo>
                  <a:pt x="3935" y="3"/>
                  <a:pt x="3916" y="0"/>
                  <a:pt x="389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5" name="Google Shape;2832;p94">
            <a:extLst xmlns:a="http://schemas.openxmlformats.org/drawingml/2006/main">
              <a:ext uri="{FF2B5EF4-FFF2-40B4-BE49-F238E27FC236}">
                <a16:creationId xmlns:a16="http://schemas.microsoft.com/office/drawing/2014/main" id="{196703E8-4C4B-4CDA-A776-AACC8CC34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041586" y="1938446"/>
            <a:ext cx="20941" cy="30065"/>
          </a:xfrm>
          <a:custGeom xmlns:a="http://schemas.openxmlformats.org/drawingml/2006/main">
            <a:rect l="l" t="t" r="r" b="b"/>
            <a:pathLst>
              <a:path w="287" h="406">
                <a:moveTo>
                  <a:pt x="143" y="0"/>
                </a:moveTo>
                <a:cubicBezTo>
                  <a:pt x="72" y="0"/>
                  <a:pt x="1" y="72"/>
                  <a:pt x="1" y="167"/>
                </a:cubicBezTo>
                <a:lnTo>
                  <a:pt x="1" y="262"/>
                </a:lnTo>
                <a:cubicBezTo>
                  <a:pt x="1" y="358"/>
                  <a:pt x="72" y="405"/>
                  <a:pt x="143" y="405"/>
                </a:cubicBezTo>
                <a:cubicBezTo>
                  <a:pt x="239" y="405"/>
                  <a:pt x="286" y="358"/>
                  <a:pt x="286" y="262"/>
                </a:cubicBezTo>
                <a:lnTo>
                  <a:pt x="286" y="167"/>
                </a:lnTo>
                <a:cubicBezTo>
                  <a:pt x="286" y="72"/>
                  <a:pt x="239" y="0"/>
                  <a:pt x="143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6" name="Google Shape;2833;p94">
            <a:extLst xmlns:a="http://schemas.openxmlformats.org/drawingml/2006/main">
              <a:ext uri="{FF2B5EF4-FFF2-40B4-BE49-F238E27FC236}">
                <a16:creationId xmlns:a16="http://schemas.microsoft.com/office/drawing/2014/main" id="{55FEFCB9-B950-4E6D-A26D-5CAA695B3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47601" y="1908454"/>
            <a:ext cx="22617" cy="30065"/>
          </a:xfrm>
          <a:custGeom xmlns:a="http://schemas.openxmlformats.org/drawingml/2006/main">
            <a:rect l="l" t="t" r="r" b="b"/>
            <a:pathLst>
              <a:path w="310" h="406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lnTo>
                  <a:pt x="0" y="262"/>
                </a:lnTo>
                <a:cubicBezTo>
                  <a:pt x="0" y="334"/>
                  <a:pt x="72" y="405"/>
                  <a:pt x="143" y="405"/>
                </a:cubicBezTo>
                <a:cubicBezTo>
                  <a:pt x="238" y="405"/>
                  <a:pt x="310" y="334"/>
                  <a:pt x="310" y="262"/>
                </a:cubicBezTo>
                <a:lnTo>
                  <a:pt x="310" y="143"/>
                </a:lnTo>
                <a:cubicBezTo>
                  <a:pt x="310" y="72"/>
                  <a:pt x="238" y="1"/>
                  <a:pt x="143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7" name="Google Shape;2834;p94">
            <a:extLst xmlns:a="http://schemas.openxmlformats.org/drawingml/2006/main">
              <a:ext uri="{FF2B5EF4-FFF2-40B4-BE49-F238E27FC236}">
                <a16:creationId xmlns:a16="http://schemas.microsoft.com/office/drawing/2014/main" id="{7744B76A-7E2F-4647-AFE0-2BE9E0BEA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248363" y="1843211"/>
            <a:ext cx="22691" cy="30065"/>
          </a:xfrm>
          <a:custGeom xmlns:a="http://schemas.openxmlformats.org/drawingml/2006/main">
            <a:rect l="l" t="t" r="r" b="b"/>
            <a:pathLst>
              <a:path w="311" h="406">
                <a:moveTo>
                  <a:pt x="167" y="0"/>
                </a:moveTo>
                <a:cubicBezTo>
                  <a:pt x="72" y="0"/>
                  <a:pt x="0" y="48"/>
                  <a:pt x="0" y="143"/>
                </a:cubicBezTo>
                <a:lnTo>
                  <a:pt x="0" y="239"/>
                </a:lnTo>
                <a:cubicBezTo>
                  <a:pt x="0" y="334"/>
                  <a:pt x="72" y="405"/>
                  <a:pt x="167" y="405"/>
                </a:cubicBezTo>
                <a:cubicBezTo>
                  <a:pt x="239" y="405"/>
                  <a:pt x="310" y="334"/>
                  <a:pt x="310" y="239"/>
                </a:cubicBezTo>
                <a:lnTo>
                  <a:pt x="310" y="143"/>
                </a:lnTo>
                <a:cubicBezTo>
                  <a:pt x="310" y="48"/>
                  <a:pt x="239" y="0"/>
                  <a:pt x="16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8" name="Google Shape;2835;p94">
            <a:extLst xmlns:a="http://schemas.openxmlformats.org/drawingml/2006/main">
              <a:ext uri="{FF2B5EF4-FFF2-40B4-BE49-F238E27FC236}">
                <a16:creationId xmlns:a16="http://schemas.microsoft.com/office/drawing/2014/main" id="{B47F7931-0525-4A4A-A688-A97F9D9A7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11440"/>
            <a:ext cx="59172" cy="21254"/>
          </a:xfrm>
          <a:custGeom xmlns:a="http://schemas.openxmlformats.org/drawingml/2006/main">
            <a:rect l="l" t="t" r="r" b="b"/>
            <a:pathLst>
              <a:path w="811" h="287">
                <a:moveTo>
                  <a:pt x="144" y="1"/>
                </a:moveTo>
                <a:cubicBezTo>
                  <a:pt x="72" y="1"/>
                  <a:pt x="1" y="72"/>
                  <a:pt x="1" y="144"/>
                </a:cubicBezTo>
                <a:cubicBezTo>
                  <a:pt x="1" y="239"/>
                  <a:pt x="72" y="287"/>
                  <a:pt x="144" y="287"/>
                </a:cubicBezTo>
                <a:lnTo>
                  <a:pt x="667" y="287"/>
                </a:lnTo>
                <a:cubicBezTo>
                  <a:pt x="739" y="287"/>
                  <a:pt x="810" y="239"/>
                  <a:pt x="810" y="144"/>
                </a:cubicBezTo>
                <a:cubicBezTo>
                  <a:pt x="810" y="72"/>
                  <a:pt x="739" y="1"/>
                  <a:pt x="66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9" name="Google Shape;2836;p94">
            <a:extLst xmlns:a="http://schemas.openxmlformats.org/drawingml/2006/main">
              <a:ext uri="{FF2B5EF4-FFF2-40B4-BE49-F238E27FC236}">
                <a16:creationId xmlns:a16="http://schemas.microsoft.com/office/drawing/2014/main" id="{A22304E9-8CB9-45F4-9FEA-19CA267AF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52022"/>
            <a:ext cx="102586" cy="23030"/>
          </a:xfrm>
          <a:custGeom xmlns:a="http://schemas.openxmlformats.org/drawingml/2006/main">
            <a:rect l="l" t="t" r="r" b="b"/>
            <a:pathLst>
              <a:path w="1406" h="311">
                <a:moveTo>
                  <a:pt x="144" y="0"/>
                </a:moveTo>
                <a:cubicBezTo>
                  <a:pt x="72" y="0"/>
                  <a:pt x="1" y="72"/>
                  <a:pt x="1" y="143"/>
                </a:cubicBezTo>
                <a:cubicBezTo>
                  <a:pt x="1" y="239"/>
                  <a:pt x="72" y="310"/>
                  <a:pt x="144" y="310"/>
                </a:cubicBezTo>
                <a:lnTo>
                  <a:pt x="1239" y="310"/>
                </a:lnTo>
                <a:cubicBezTo>
                  <a:pt x="1334" y="310"/>
                  <a:pt x="1406" y="239"/>
                  <a:pt x="1406" y="143"/>
                </a:cubicBezTo>
                <a:cubicBezTo>
                  <a:pt x="1406" y="72"/>
                  <a:pt x="1334" y="0"/>
                  <a:pt x="1239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0" name="Google Shape;2837;p94">
            <a:extLst xmlns:a="http://schemas.openxmlformats.org/drawingml/2006/main">
              <a:ext uri="{FF2B5EF4-FFF2-40B4-BE49-F238E27FC236}">
                <a16:creationId xmlns:a16="http://schemas.microsoft.com/office/drawing/2014/main" id="{63E24310-775D-41A9-9D72-4EE6F8DE7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451638" y="1846765"/>
            <a:ext cx="67855" cy="116416"/>
          </a:xfrm>
          <a:custGeom xmlns:a="http://schemas.openxmlformats.org/drawingml/2006/main">
            <a:rect l="l" t="t" r="r" b="b"/>
            <a:pathLst>
              <a:path w="930" h="1572">
                <a:moveTo>
                  <a:pt x="453" y="0"/>
                </a:moveTo>
                <a:cubicBezTo>
                  <a:pt x="382" y="0"/>
                  <a:pt x="310" y="48"/>
                  <a:pt x="310" y="143"/>
                </a:cubicBezTo>
                <a:lnTo>
                  <a:pt x="310" y="167"/>
                </a:lnTo>
                <a:cubicBezTo>
                  <a:pt x="144" y="214"/>
                  <a:pt x="1" y="357"/>
                  <a:pt x="1" y="548"/>
                </a:cubicBezTo>
                <a:cubicBezTo>
                  <a:pt x="1" y="762"/>
                  <a:pt x="167" y="929"/>
                  <a:pt x="382" y="929"/>
                </a:cubicBezTo>
                <a:lnTo>
                  <a:pt x="525" y="929"/>
                </a:lnTo>
                <a:cubicBezTo>
                  <a:pt x="572" y="929"/>
                  <a:pt x="620" y="976"/>
                  <a:pt x="620" y="1024"/>
                </a:cubicBezTo>
                <a:cubicBezTo>
                  <a:pt x="620" y="1072"/>
                  <a:pt x="572" y="1119"/>
                  <a:pt x="525" y="1119"/>
                </a:cubicBezTo>
                <a:lnTo>
                  <a:pt x="382" y="1119"/>
                </a:lnTo>
                <a:cubicBezTo>
                  <a:pt x="358" y="1119"/>
                  <a:pt x="310" y="1095"/>
                  <a:pt x="310" y="1048"/>
                </a:cubicBezTo>
                <a:cubicBezTo>
                  <a:pt x="293" y="994"/>
                  <a:pt x="234" y="967"/>
                  <a:pt x="176" y="967"/>
                </a:cubicBezTo>
                <a:cubicBezTo>
                  <a:pt x="157" y="967"/>
                  <a:pt x="138" y="970"/>
                  <a:pt x="120" y="976"/>
                </a:cubicBezTo>
                <a:cubicBezTo>
                  <a:pt x="48" y="1024"/>
                  <a:pt x="1" y="1095"/>
                  <a:pt x="48" y="1167"/>
                </a:cubicBezTo>
                <a:cubicBezTo>
                  <a:pt x="96" y="1286"/>
                  <a:pt x="191" y="1381"/>
                  <a:pt x="310" y="1405"/>
                </a:cubicBezTo>
                <a:cubicBezTo>
                  <a:pt x="310" y="1500"/>
                  <a:pt x="382" y="1572"/>
                  <a:pt x="453" y="1572"/>
                </a:cubicBezTo>
                <a:cubicBezTo>
                  <a:pt x="549" y="1572"/>
                  <a:pt x="620" y="1500"/>
                  <a:pt x="620" y="1405"/>
                </a:cubicBezTo>
                <a:cubicBezTo>
                  <a:pt x="787" y="1357"/>
                  <a:pt x="930" y="1215"/>
                  <a:pt x="930" y="1024"/>
                </a:cubicBezTo>
                <a:cubicBezTo>
                  <a:pt x="930" y="810"/>
                  <a:pt x="739" y="643"/>
                  <a:pt x="525" y="643"/>
                </a:cubicBezTo>
                <a:lnTo>
                  <a:pt x="382" y="643"/>
                </a:lnTo>
                <a:cubicBezTo>
                  <a:pt x="334" y="643"/>
                  <a:pt x="310" y="595"/>
                  <a:pt x="310" y="548"/>
                </a:cubicBezTo>
                <a:cubicBezTo>
                  <a:pt x="310" y="500"/>
                  <a:pt x="334" y="453"/>
                  <a:pt x="382" y="453"/>
                </a:cubicBezTo>
                <a:lnTo>
                  <a:pt x="525" y="453"/>
                </a:lnTo>
                <a:cubicBezTo>
                  <a:pt x="572" y="453"/>
                  <a:pt x="596" y="476"/>
                  <a:pt x="620" y="500"/>
                </a:cubicBezTo>
                <a:cubicBezTo>
                  <a:pt x="635" y="546"/>
                  <a:pt x="681" y="573"/>
                  <a:pt x="730" y="573"/>
                </a:cubicBezTo>
                <a:cubicBezTo>
                  <a:pt x="757" y="573"/>
                  <a:pt x="785" y="565"/>
                  <a:pt x="810" y="548"/>
                </a:cubicBezTo>
                <a:cubicBezTo>
                  <a:pt x="882" y="500"/>
                  <a:pt x="906" y="405"/>
                  <a:pt x="858" y="333"/>
                </a:cubicBezTo>
                <a:cubicBezTo>
                  <a:pt x="787" y="238"/>
                  <a:pt x="715" y="191"/>
                  <a:pt x="620" y="167"/>
                </a:cubicBezTo>
                <a:lnTo>
                  <a:pt x="620" y="143"/>
                </a:lnTo>
                <a:cubicBezTo>
                  <a:pt x="620" y="48"/>
                  <a:pt x="549" y="0"/>
                  <a:pt x="453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1" name="Google Shape;2838;p94">
            <a:extLst xmlns:a="http://schemas.openxmlformats.org/drawingml/2006/main">
              <a:ext uri="{FF2B5EF4-FFF2-40B4-BE49-F238E27FC236}">
                <a16:creationId xmlns:a16="http://schemas.microsoft.com/office/drawing/2014/main" id="{1CDDB715-7B95-462C-9967-13D266FAA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94289" y="1811440"/>
            <a:ext cx="182552" cy="185289"/>
          </a:xfrm>
          <a:custGeom xmlns:a="http://schemas.openxmlformats.org/drawingml/2006/main">
            <a:rect l="l" t="t" r="r" b="b"/>
            <a:pathLst>
              <a:path w="2502" h="2502">
                <a:moveTo>
                  <a:pt x="1239" y="287"/>
                </a:moveTo>
                <a:cubicBezTo>
                  <a:pt x="1763" y="287"/>
                  <a:pt x="2216" y="715"/>
                  <a:pt x="2216" y="1263"/>
                </a:cubicBezTo>
                <a:cubicBezTo>
                  <a:pt x="2216" y="1787"/>
                  <a:pt x="1787" y="2215"/>
                  <a:pt x="1239" y="2215"/>
                </a:cubicBezTo>
                <a:cubicBezTo>
                  <a:pt x="715" y="2215"/>
                  <a:pt x="287" y="1787"/>
                  <a:pt x="287" y="1263"/>
                </a:cubicBezTo>
                <a:cubicBezTo>
                  <a:pt x="287" y="715"/>
                  <a:pt x="715" y="287"/>
                  <a:pt x="1239" y="287"/>
                </a:cubicBezTo>
                <a:close/>
                <a:moveTo>
                  <a:pt x="1239" y="1"/>
                </a:moveTo>
                <a:cubicBezTo>
                  <a:pt x="549" y="1"/>
                  <a:pt x="1" y="548"/>
                  <a:pt x="1" y="1239"/>
                </a:cubicBezTo>
                <a:cubicBezTo>
                  <a:pt x="1" y="1954"/>
                  <a:pt x="549" y="2501"/>
                  <a:pt x="1239" y="2501"/>
                </a:cubicBezTo>
                <a:cubicBezTo>
                  <a:pt x="1930" y="2501"/>
                  <a:pt x="2501" y="1954"/>
                  <a:pt x="2501" y="1239"/>
                </a:cubicBezTo>
                <a:cubicBezTo>
                  <a:pt x="2501" y="572"/>
                  <a:pt x="1930" y="1"/>
                  <a:pt x="1239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2" name="Google Shape;2839;p94">
            <a:extLst xmlns:a="http://schemas.openxmlformats.org/drawingml/2006/main">
              <a:ext uri="{FF2B5EF4-FFF2-40B4-BE49-F238E27FC236}">
                <a16:creationId xmlns:a16="http://schemas.microsoft.com/office/drawing/2014/main" id="{A70DD2A2-0340-45FA-8CF8-DF2336D71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7" y="2023092"/>
            <a:ext cx="99157" cy="23030"/>
          </a:xfrm>
          <a:custGeom xmlns:a="http://schemas.openxmlformats.org/drawingml/2006/main">
            <a:rect l="l" t="t" r="r" b="b"/>
            <a:pathLst>
              <a:path w="1359" h="311">
                <a:moveTo>
                  <a:pt x="144" y="0"/>
                </a:moveTo>
                <a:cubicBezTo>
                  <a:pt x="48" y="0"/>
                  <a:pt x="1" y="72"/>
                  <a:pt x="1" y="143"/>
                </a:cubicBezTo>
                <a:cubicBezTo>
                  <a:pt x="1" y="239"/>
                  <a:pt x="48" y="310"/>
                  <a:pt x="144" y="310"/>
                </a:cubicBezTo>
                <a:lnTo>
                  <a:pt x="1215" y="310"/>
                </a:lnTo>
                <a:cubicBezTo>
                  <a:pt x="1287" y="310"/>
                  <a:pt x="1358" y="239"/>
                  <a:pt x="1358" y="143"/>
                </a:cubicBezTo>
                <a:cubicBezTo>
                  <a:pt x="1358" y="72"/>
                  <a:pt x="1311" y="0"/>
                  <a:pt x="1215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3" name="Google Shape;2840;p94">
            <a:extLst xmlns:a="http://schemas.openxmlformats.org/drawingml/2006/main">
              <a:ext uri="{FF2B5EF4-FFF2-40B4-BE49-F238E27FC236}">
                <a16:creationId xmlns:a16="http://schemas.microsoft.com/office/drawing/2014/main" id="{1586897E-C8DB-4D8D-A6FC-CC336C6E5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519422" y="2067156"/>
            <a:ext cx="55670" cy="21254"/>
          </a:xfrm>
          <a:custGeom xmlns:a="http://schemas.openxmlformats.org/drawingml/2006/main">
            <a:rect l="l" t="t" r="r" b="b"/>
            <a:pathLst>
              <a:path w="763" h="287">
                <a:moveTo>
                  <a:pt x="143" y="1"/>
                </a:moveTo>
                <a:cubicBezTo>
                  <a:pt x="48" y="1"/>
                  <a:pt x="1" y="48"/>
                  <a:pt x="1" y="144"/>
                </a:cubicBezTo>
                <a:cubicBezTo>
                  <a:pt x="1" y="215"/>
                  <a:pt x="48" y="287"/>
                  <a:pt x="143" y="287"/>
                </a:cubicBezTo>
                <a:lnTo>
                  <a:pt x="596" y="287"/>
                </a:lnTo>
                <a:cubicBezTo>
                  <a:pt x="691" y="287"/>
                  <a:pt x="763" y="215"/>
                  <a:pt x="763" y="144"/>
                </a:cubicBezTo>
                <a:cubicBezTo>
                  <a:pt x="763" y="72"/>
                  <a:pt x="691" y="1"/>
                  <a:pt x="596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4" name="Google Shape;2841;p94">
            <a:extLst xmlns:a="http://schemas.openxmlformats.org/drawingml/2006/main">
              <a:ext uri="{FF2B5EF4-FFF2-40B4-BE49-F238E27FC236}">
                <a16:creationId xmlns:a16="http://schemas.microsoft.com/office/drawing/2014/main" id="{FFC49C6E-C848-4646-951F-A04CB5065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7" y="2067156"/>
            <a:ext cx="62675" cy="21254"/>
          </a:xfrm>
          <a:custGeom xmlns:a="http://schemas.openxmlformats.org/drawingml/2006/main">
            <a:rect l="l" t="t" r="r" b="b"/>
            <a:pathLst>
              <a:path w="859" h="287">
                <a:moveTo>
                  <a:pt x="144" y="1"/>
                </a:moveTo>
                <a:cubicBezTo>
                  <a:pt x="48" y="1"/>
                  <a:pt x="1" y="48"/>
                  <a:pt x="1" y="144"/>
                </a:cubicBezTo>
                <a:cubicBezTo>
                  <a:pt x="1" y="215"/>
                  <a:pt x="48" y="287"/>
                  <a:pt x="144" y="287"/>
                </a:cubicBezTo>
                <a:lnTo>
                  <a:pt x="715" y="287"/>
                </a:lnTo>
                <a:cubicBezTo>
                  <a:pt x="787" y="287"/>
                  <a:pt x="858" y="215"/>
                  <a:pt x="858" y="144"/>
                </a:cubicBezTo>
                <a:cubicBezTo>
                  <a:pt x="858" y="72"/>
                  <a:pt x="811" y="1"/>
                  <a:pt x="7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5" name="Google Shape;2842;p94">
            <a:extLst xmlns:a="http://schemas.openxmlformats.org/drawingml/2006/main">
              <a:ext uri="{FF2B5EF4-FFF2-40B4-BE49-F238E27FC236}">
                <a16:creationId xmlns:a16="http://schemas.microsoft.com/office/drawing/2014/main" id="{E0A6ABB4-1A4E-4C40-94DD-ABFCC867C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463823" y="2067156"/>
            <a:ext cx="41806" cy="21254"/>
          </a:xfrm>
          <a:custGeom xmlns:a="http://schemas.openxmlformats.org/drawingml/2006/main">
            <a:rect l="l" t="t" r="r" b="b"/>
            <a:pathLst>
              <a:path w="573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7"/>
                  <a:pt x="143" y="287"/>
                </a:cubicBezTo>
                <a:lnTo>
                  <a:pt x="429" y="287"/>
                </a:lnTo>
                <a:cubicBezTo>
                  <a:pt x="501" y="287"/>
                  <a:pt x="572" y="215"/>
                  <a:pt x="572" y="144"/>
                </a:cubicBezTo>
                <a:cubicBezTo>
                  <a:pt x="572" y="72"/>
                  <a:pt x="501" y="1"/>
                  <a:pt x="429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6" name="Google Shape;2843;p94">
            <a:extLst xmlns:a="http://schemas.openxmlformats.org/drawingml/2006/main">
              <a:ext uri="{FF2B5EF4-FFF2-40B4-BE49-F238E27FC236}">
                <a16:creationId xmlns:a16="http://schemas.microsoft.com/office/drawing/2014/main" id="{CD473C5C-0B88-480E-A2D4-0D32BB0F4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7" y="2109516"/>
            <a:ext cx="187734" cy="22957"/>
          </a:xfrm>
          <a:custGeom xmlns:a="http://schemas.openxmlformats.org/drawingml/2006/main">
            <a:rect l="l" t="t" r="r" b="b"/>
            <a:pathLst>
              <a:path w="2573" h="310">
                <a:moveTo>
                  <a:pt x="144" y="0"/>
                </a:moveTo>
                <a:cubicBezTo>
                  <a:pt x="48" y="0"/>
                  <a:pt x="1" y="72"/>
                  <a:pt x="1" y="143"/>
                </a:cubicBezTo>
                <a:cubicBezTo>
                  <a:pt x="1" y="239"/>
                  <a:pt x="48" y="310"/>
                  <a:pt x="144" y="310"/>
                </a:cubicBezTo>
                <a:lnTo>
                  <a:pt x="2430" y="310"/>
                </a:lnTo>
                <a:cubicBezTo>
                  <a:pt x="2525" y="310"/>
                  <a:pt x="2573" y="239"/>
                  <a:pt x="2573" y="143"/>
                </a:cubicBezTo>
                <a:cubicBezTo>
                  <a:pt x="2573" y="72"/>
                  <a:pt x="2525" y="0"/>
                  <a:pt x="2430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4" name="Google Shape;2819;p94">
            <a:extLst xmlns:a="http://schemas.openxmlformats.org/drawingml/2006/main">
              <a:ext uri="{FF2B5EF4-FFF2-40B4-BE49-F238E27FC236}">
                <a16:creationId xmlns:a16="http://schemas.microsoft.com/office/drawing/2014/main" id="{52E5E9FB-5D6C-452D-9239-4E6C5C313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20541" y="1913934"/>
            <a:ext cx="38305" cy="28808"/>
          </a:xfrm>
          <a:custGeom xmlns:a="http://schemas.openxmlformats.org/drawingml/2006/main">
            <a:rect l="l" t="t" r="r" b="b"/>
            <a:pathLst>
              <a:path w="525" h="389">
                <a:moveTo>
                  <a:pt x="348" y="1"/>
                </a:moveTo>
                <a:cubicBezTo>
                  <a:pt x="335" y="1"/>
                  <a:pt x="323" y="3"/>
                  <a:pt x="310" y="7"/>
                </a:cubicBezTo>
                <a:lnTo>
                  <a:pt x="96" y="102"/>
                </a:lnTo>
                <a:cubicBezTo>
                  <a:pt x="24" y="126"/>
                  <a:pt x="1" y="221"/>
                  <a:pt x="24" y="293"/>
                </a:cubicBezTo>
                <a:cubicBezTo>
                  <a:pt x="48" y="340"/>
                  <a:pt x="96" y="388"/>
                  <a:pt x="143" y="388"/>
                </a:cubicBezTo>
                <a:cubicBezTo>
                  <a:pt x="167" y="388"/>
                  <a:pt x="191" y="388"/>
                  <a:pt x="215" y="364"/>
                </a:cubicBezTo>
                <a:lnTo>
                  <a:pt x="405" y="293"/>
                </a:lnTo>
                <a:cubicBezTo>
                  <a:pt x="477" y="269"/>
                  <a:pt x="524" y="174"/>
                  <a:pt x="501" y="102"/>
                </a:cubicBezTo>
                <a:cubicBezTo>
                  <a:pt x="461" y="44"/>
                  <a:pt x="406" y="1"/>
                  <a:pt x="34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5" name="Google Shape;2820;p94">
            <a:extLst xmlns:a="http://schemas.openxmlformats.org/drawingml/2006/main">
              <a:ext uri="{FF2B5EF4-FFF2-40B4-BE49-F238E27FC236}">
                <a16:creationId xmlns:a16="http://schemas.microsoft.com/office/drawing/2014/main" id="{C19D252E-028A-4E9C-A145-063B97090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7923" y="1873128"/>
            <a:ext cx="34876" cy="34287"/>
          </a:xfrm>
          <a:custGeom xmlns:a="http://schemas.openxmlformats.org/drawingml/2006/main">
            <a:rect l="l" t="t" r="r" b="b"/>
            <a:pathLst>
              <a:path w="478" h="463">
                <a:moveTo>
                  <a:pt x="298" y="1"/>
                </a:moveTo>
                <a:cubicBezTo>
                  <a:pt x="258" y="1"/>
                  <a:pt x="218" y="19"/>
                  <a:pt x="191" y="58"/>
                </a:cubicBezTo>
                <a:lnTo>
                  <a:pt x="49" y="225"/>
                </a:lnTo>
                <a:cubicBezTo>
                  <a:pt x="1" y="296"/>
                  <a:pt x="25" y="391"/>
                  <a:pt x="96" y="439"/>
                </a:cubicBezTo>
                <a:cubicBezTo>
                  <a:pt x="120" y="463"/>
                  <a:pt x="144" y="463"/>
                  <a:pt x="168" y="463"/>
                </a:cubicBezTo>
                <a:cubicBezTo>
                  <a:pt x="215" y="463"/>
                  <a:pt x="263" y="439"/>
                  <a:pt x="287" y="415"/>
                </a:cubicBezTo>
                <a:lnTo>
                  <a:pt x="430" y="225"/>
                </a:lnTo>
                <a:cubicBezTo>
                  <a:pt x="477" y="177"/>
                  <a:pt x="453" y="82"/>
                  <a:pt x="382" y="34"/>
                </a:cubicBezTo>
                <a:cubicBezTo>
                  <a:pt x="361" y="13"/>
                  <a:pt x="330" y="1"/>
                  <a:pt x="29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6" name="Google Shape;2821;p94">
            <a:extLst xmlns:a="http://schemas.openxmlformats.org/drawingml/2006/main">
              <a:ext uri="{FF2B5EF4-FFF2-40B4-BE49-F238E27FC236}">
                <a16:creationId xmlns:a16="http://schemas.microsoft.com/office/drawing/2014/main" id="{2E0700E6-BC62-488B-9195-35955F5A5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29223" y="1960292"/>
            <a:ext cx="38305" cy="24735"/>
          </a:xfrm>
          <a:custGeom xmlns:a="http://schemas.openxmlformats.org/drawingml/2006/main">
            <a:rect l="l" t="t" r="r" b="b"/>
            <a:pathLst>
              <a:path w="525" h="334">
                <a:moveTo>
                  <a:pt x="191" y="0"/>
                </a:moveTo>
                <a:cubicBezTo>
                  <a:pt x="96" y="0"/>
                  <a:pt x="24" y="48"/>
                  <a:pt x="24" y="119"/>
                </a:cubicBezTo>
                <a:cubicBezTo>
                  <a:pt x="1" y="215"/>
                  <a:pt x="48" y="286"/>
                  <a:pt x="143" y="286"/>
                </a:cubicBezTo>
                <a:lnTo>
                  <a:pt x="358" y="334"/>
                </a:lnTo>
                <a:lnTo>
                  <a:pt x="382" y="334"/>
                </a:lnTo>
                <a:cubicBezTo>
                  <a:pt x="453" y="334"/>
                  <a:pt x="501" y="286"/>
                  <a:pt x="525" y="215"/>
                </a:cubicBezTo>
                <a:cubicBezTo>
                  <a:pt x="525" y="119"/>
                  <a:pt x="477" y="48"/>
                  <a:pt x="405" y="48"/>
                </a:cubicBezTo>
                <a:lnTo>
                  <a:pt x="191" y="0"/>
                </a:ln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7" name="Google Shape;2822;p94">
            <a:extLst xmlns:a="http://schemas.openxmlformats.org/drawingml/2006/main">
              <a:ext uri="{FF2B5EF4-FFF2-40B4-BE49-F238E27FC236}">
                <a16:creationId xmlns:a16="http://schemas.microsoft.com/office/drawing/2014/main" id="{BB9D70BA-2CE9-49FD-B772-C544AC6A4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710488" y="1722647"/>
            <a:ext cx="738530" cy="731528"/>
          </a:xfrm>
          <a:custGeom xmlns:a="http://schemas.openxmlformats.org/drawingml/2006/main">
            <a:rect l="l" t="t" r="r" b="b"/>
            <a:pathLst>
              <a:path w="10122" h="9878">
                <a:moveTo>
                  <a:pt x="4787" y="423"/>
                </a:moveTo>
                <a:lnTo>
                  <a:pt x="6168" y="994"/>
                </a:lnTo>
                <a:lnTo>
                  <a:pt x="5240" y="1376"/>
                </a:lnTo>
                <a:cubicBezTo>
                  <a:pt x="5233" y="1382"/>
                  <a:pt x="5226" y="1385"/>
                  <a:pt x="5219" y="1385"/>
                </a:cubicBezTo>
                <a:cubicBezTo>
                  <a:pt x="5202" y="1385"/>
                  <a:pt x="5185" y="1369"/>
                  <a:pt x="5168" y="1352"/>
                </a:cubicBezTo>
                <a:lnTo>
                  <a:pt x="4787" y="423"/>
                </a:lnTo>
                <a:close/>
                <a:moveTo>
                  <a:pt x="8216" y="2066"/>
                </a:moveTo>
                <a:cubicBezTo>
                  <a:pt x="8264" y="2066"/>
                  <a:pt x="8312" y="2090"/>
                  <a:pt x="8312" y="2138"/>
                </a:cubicBezTo>
                <a:lnTo>
                  <a:pt x="8312" y="2566"/>
                </a:lnTo>
                <a:cubicBezTo>
                  <a:pt x="8312" y="2614"/>
                  <a:pt x="8264" y="2661"/>
                  <a:pt x="8216" y="2661"/>
                </a:cubicBezTo>
                <a:lnTo>
                  <a:pt x="7407" y="2661"/>
                </a:lnTo>
                <a:lnTo>
                  <a:pt x="7168" y="2066"/>
                </a:lnTo>
                <a:close/>
                <a:moveTo>
                  <a:pt x="8788" y="1280"/>
                </a:moveTo>
                <a:cubicBezTo>
                  <a:pt x="8931" y="1280"/>
                  <a:pt x="9050" y="1399"/>
                  <a:pt x="9050" y="1542"/>
                </a:cubicBezTo>
                <a:lnTo>
                  <a:pt x="9050" y="3924"/>
                </a:lnTo>
                <a:lnTo>
                  <a:pt x="7954" y="3924"/>
                </a:lnTo>
                <a:lnTo>
                  <a:pt x="7550" y="2947"/>
                </a:lnTo>
                <a:lnTo>
                  <a:pt x="8216" y="2947"/>
                </a:lnTo>
                <a:cubicBezTo>
                  <a:pt x="8431" y="2947"/>
                  <a:pt x="8597" y="2781"/>
                  <a:pt x="8597" y="2566"/>
                </a:cubicBezTo>
                <a:lnTo>
                  <a:pt x="8597" y="2138"/>
                </a:lnTo>
                <a:cubicBezTo>
                  <a:pt x="8597" y="1923"/>
                  <a:pt x="8431" y="1757"/>
                  <a:pt x="8216" y="1757"/>
                </a:cubicBezTo>
                <a:lnTo>
                  <a:pt x="7049" y="1757"/>
                </a:lnTo>
                <a:lnTo>
                  <a:pt x="6835" y="1280"/>
                </a:lnTo>
                <a:close/>
                <a:moveTo>
                  <a:pt x="4430" y="352"/>
                </a:moveTo>
                <a:lnTo>
                  <a:pt x="4906" y="1471"/>
                </a:lnTo>
                <a:cubicBezTo>
                  <a:pt x="4954" y="1614"/>
                  <a:pt x="5073" y="1685"/>
                  <a:pt x="5216" y="1685"/>
                </a:cubicBezTo>
                <a:cubicBezTo>
                  <a:pt x="5263" y="1685"/>
                  <a:pt x="5311" y="1685"/>
                  <a:pt x="5359" y="1661"/>
                </a:cubicBezTo>
                <a:lnTo>
                  <a:pt x="6478" y="1185"/>
                </a:lnTo>
                <a:lnTo>
                  <a:pt x="7621" y="3947"/>
                </a:lnTo>
                <a:lnTo>
                  <a:pt x="6907" y="3947"/>
                </a:lnTo>
                <a:cubicBezTo>
                  <a:pt x="6835" y="3947"/>
                  <a:pt x="6764" y="3995"/>
                  <a:pt x="6764" y="4090"/>
                </a:cubicBezTo>
                <a:cubicBezTo>
                  <a:pt x="6764" y="4162"/>
                  <a:pt x="6835" y="4233"/>
                  <a:pt x="6907" y="4233"/>
                </a:cubicBezTo>
                <a:lnTo>
                  <a:pt x="9574" y="4233"/>
                </a:lnTo>
                <a:cubicBezTo>
                  <a:pt x="9717" y="4233"/>
                  <a:pt x="9812" y="4352"/>
                  <a:pt x="9812" y="4471"/>
                </a:cubicBezTo>
                <a:lnTo>
                  <a:pt x="9812" y="8972"/>
                </a:lnTo>
                <a:cubicBezTo>
                  <a:pt x="9812" y="9330"/>
                  <a:pt x="9550" y="9591"/>
                  <a:pt x="9193" y="9591"/>
                </a:cubicBezTo>
                <a:lnTo>
                  <a:pt x="1596" y="9591"/>
                </a:lnTo>
                <a:cubicBezTo>
                  <a:pt x="1739" y="9425"/>
                  <a:pt x="1834" y="9210"/>
                  <a:pt x="1834" y="8972"/>
                </a:cubicBezTo>
                <a:lnTo>
                  <a:pt x="1834" y="7353"/>
                </a:lnTo>
                <a:cubicBezTo>
                  <a:pt x="1834" y="7281"/>
                  <a:pt x="1763" y="7210"/>
                  <a:pt x="1667" y="7210"/>
                </a:cubicBezTo>
                <a:cubicBezTo>
                  <a:pt x="1596" y="7210"/>
                  <a:pt x="1524" y="7281"/>
                  <a:pt x="1524" y="7353"/>
                </a:cubicBezTo>
                <a:lnTo>
                  <a:pt x="1524" y="8972"/>
                </a:lnTo>
                <a:cubicBezTo>
                  <a:pt x="1524" y="9330"/>
                  <a:pt x="1262" y="9591"/>
                  <a:pt x="905" y="9591"/>
                </a:cubicBezTo>
                <a:cubicBezTo>
                  <a:pt x="572" y="9591"/>
                  <a:pt x="286" y="9330"/>
                  <a:pt x="286" y="8972"/>
                </a:cubicBezTo>
                <a:lnTo>
                  <a:pt x="286" y="2590"/>
                </a:lnTo>
                <a:cubicBezTo>
                  <a:pt x="286" y="2447"/>
                  <a:pt x="405" y="2328"/>
                  <a:pt x="548" y="2328"/>
                </a:cubicBezTo>
                <a:lnTo>
                  <a:pt x="834" y="2328"/>
                </a:lnTo>
                <a:lnTo>
                  <a:pt x="1120" y="3066"/>
                </a:lnTo>
                <a:cubicBezTo>
                  <a:pt x="1155" y="3120"/>
                  <a:pt x="1204" y="3147"/>
                  <a:pt x="1257" y="3147"/>
                </a:cubicBezTo>
                <a:cubicBezTo>
                  <a:pt x="1274" y="3147"/>
                  <a:pt x="1292" y="3144"/>
                  <a:pt x="1310" y="3138"/>
                </a:cubicBezTo>
                <a:cubicBezTo>
                  <a:pt x="1382" y="3114"/>
                  <a:pt x="1429" y="3019"/>
                  <a:pt x="1405" y="2947"/>
                </a:cubicBezTo>
                <a:lnTo>
                  <a:pt x="953" y="1876"/>
                </a:lnTo>
                <a:cubicBezTo>
                  <a:pt x="929" y="1852"/>
                  <a:pt x="953" y="1804"/>
                  <a:pt x="977" y="1804"/>
                </a:cubicBezTo>
                <a:lnTo>
                  <a:pt x="4430" y="352"/>
                </a:lnTo>
                <a:close/>
                <a:moveTo>
                  <a:pt x="4513" y="0"/>
                </a:moveTo>
                <a:cubicBezTo>
                  <a:pt x="4495" y="0"/>
                  <a:pt x="4477" y="6"/>
                  <a:pt x="4454" y="18"/>
                </a:cubicBezTo>
                <a:lnTo>
                  <a:pt x="858" y="1518"/>
                </a:lnTo>
                <a:cubicBezTo>
                  <a:pt x="691" y="1590"/>
                  <a:pt x="596" y="1804"/>
                  <a:pt x="667" y="1971"/>
                </a:cubicBezTo>
                <a:lnTo>
                  <a:pt x="691" y="2042"/>
                </a:lnTo>
                <a:lnTo>
                  <a:pt x="548" y="2042"/>
                </a:lnTo>
                <a:cubicBezTo>
                  <a:pt x="238" y="2042"/>
                  <a:pt x="0" y="2280"/>
                  <a:pt x="0" y="2590"/>
                </a:cubicBezTo>
                <a:lnTo>
                  <a:pt x="0" y="8972"/>
                </a:lnTo>
                <a:cubicBezTo>
                  <a:pt x="0" y="9472"/>
                  <a:pt x="405" y="9877"/>
                  <a:pt x="905" y="9877"/>
                </a:cubicBezTo>
                <a:lnTo>
                  <a:pt x="9193" y="9877"/>
                </a:lnTo>
                <a:cubicBezTo>
                  <a:pt x="9717" y="9877"/>
                  <a:pt x="10121" y="9472"/>
                  <a:pt x="10121" y="8972"/>
                </a:cubicBezTo>
                <a:lnTo>
                  <a:pt x="10121" y="4471"/>
                </a:lnTo>
                <a:cubicBezTo>
                  <a:pt x="10121" y="4162"/>
                  <a:pt x="9860" y="3924"/>
                  <a:pt x="9574" y="3924"/>
                </a:cubicBezTo>
                <a:lnTo>
                  <a:pt x="9336" y="3924"/>
                </a:lnTo>
                <a:lnTo>
                  <a:pt x="9336" y="1542"/>
                </a:lnTo>
                <a:cubicBezTo>
                  <a:pt x="9336" y="1233"/>
                  <a:pt x="9097" y="994"/>
                  <a:pt x="8788" y="994"/>
                </a:cubicBezTo>
                <a:lnTo>
                  <a:pt x="6716" y="994"/>
                </a:lnTo>
                <a:lnTo>
                  <a:pt x="6692" y="923"/>
                </a:lnTo>
                <a:cubicBezTo>
                  <a:pt x="6668" y="899"/>
                  <a:pt x="6645" y="852"/>
                  <a:pt x="6621" y="852"/>
                </a:cubicBezTo>
                <a:lnTo>
                  <a:pt x="4573" y="18"/>
                </a:lnTo>
                <a:cubicBezTo>
                  <a:pt x="4549" y="6"/>
                  <a:pt x="4531" y="0"/>
                  <a:pt x="4513" y="0"/>
                </a:cubicBez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8" name="Google Shape;2823;p94">
            <a:extLst xmlns:a="http://schemas.openxmlformats.org/drawingml/2006/main">
              <a:ext uri="{FF2B5EF4-FFF2-40B4-BE49-F238E27FC236}">
                <a16:creationId xmlns:a16="http://schemas.microsoft.com/office/drawing/2014/main" id="{75D34B0B-CC53-4C34-97D4-F4E4D4C84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07750" y="1881793"/>
            <a:ext cx="370213" cy="348361"/>
          </a:xfrm>
          <a:custGeom xmlns:a="http://schemas.openxmlformats.org/drawingml/2006/main">
            <a:rect l="l" t="t" r="r" b="b"/>
            <a:pathLst>
              <a:path w="5074" h="4704">
                <a:moveTo>
                  <a:pt x="2760" y="301"/>
                </a:moveTo>
                <a:cubicBezTo>
                  <a:pt x="2892" y="301"/>
                  <a:pt x="3021" y="325"/>
                  <a:pt x="3144" y="370"/>
                </a:cubicBezTo>
                <a:cubicBezTo>
                  <a:pt x="3430" y="489"/>
                  <a:pt x="3645" y="703"/>
                  <a:pt x="3740" y="965"/>
                </a:cubicBezTo>
                <a:cubicBezTo>
                  <a:pt x="3859" y="1227"/>
                  <a:pt x="3859" y="1513"/>
                  <a:pt x="3764" y="1775"/>
                </a:cubicBezTo>
                <a:lnTo>
                  <a:pt x="3287" y="1775"/>
                </a:lnTo>
                <a:cubicBezTo>
                  <a:pt x="3335" y="1679"/>
                  <a:pt x="3359" y="1560"/>
                  <a:pt x="3311" y="1441"/>
                </a:cubicBezTo>
                <a:cubicBezTo>
                  <a:pt x="3264" y="1346"/>
                  <a:pt x="3168" y="1275"/>
                  <a:pt x="3073" y="1227"/>
                </a:cubicBezTo>
                <a:cubicBezTo>
                  <a:pt x="3025" y="1203"/>
                  <a:pt x="2972" y="1191"/>
                  <a:pt x="2918" y="1191"/>
                </a:cubicBezTo>
                <a:cubicBezTo>
                  <a:pt x="2865" y="1191"/>
                  <a:pt x="2811" y="1203"/>
                  <a:pt x="2763" y="1227"/>
                </a:cubicBezTo>
                <a:lnTo>
                  <a:pt x="2621" y="1298"/>
                </a:lnTo>
                <a:cubicBezTo>
                  <a:pt x="2607" y="1303"/>
                  <a:pt x="2594" y="1305"/>
                  <a:pt x="2581" y="1305"/>
                </a:cubicBezTo>
                <a:cubicBezTo>
                  <a:pt x="2524" y="1305"/>
                  <a:pt x="2473" y="1266"/>
                  <a:pt x="2454" y="1227"/>
                </a:cubicBezTo>
                <a:cubicBezTo>
                  <a:pt x="2430" y="1155"/>
                  <a:pt x="2478" y="1108"/>
                  <a:pt x="2525" y="1084"/>
                </a:cubicBezTo>
                <a:lnTo>
                  <a:pt x="2668" y="1013"/>
                </a:lnTo>
                <a:cubicBezTo>
                  <a:pt x="2692" y="1001"/>
                  <a:pt x="2710" y="995"/>
                  <a:pt x="2728" y="995"/>
                </a:cubicBezTo>
                <a:cubicBezTo>
                  <a:pt x="2746" y="995"/>
                  <a:pt x="2763" y="1001"/>
                  <a:pt x="2787" y="1013"/>
                </a:cubicBezTo>
                <a:cubicBezTo>
                  <a:pt x="2815" y="1031"/>
                  <a:pt x="2842" y="1039"/>
                  <a:pt x="2868" y="1039"/>
                </a:cubicBezTo>
                <a:cubicBezTo>
                  <a:pt x="2910" y="1039"/>
                  <a:pt x="2948" y="1018"/>
                  <a:pt x="2978" y="989"/>
                </a:cubicBezTo>
                <a:cubicBezTo>
                  <a:pt x="3025" y="917"/>
                  <a:pt x="3002" y="822"/>
                  <a:pt x="2954" y="774"/>
                </a:cubicBezTo>
                <a:cubicBezTo>
                  <a:pt x="2892" y="728"/>
                  <a:pt x="2821" y="702"/>
                  <a:pt x="2746" y="702"/>
                </a:cubicBezTo>
                <a:cubicBezTo>
                  <a:pt x="2705" y="702"/>
                  <a:pt x="2663" y="710"/>
                  <a:pt x="2621" y="727"/>
                </a:cubicBezTo>
                <a:lnTo>
                  <a:pt x="2597" y="679"/>
                </a:lnTo>
                <a:cubicBezTo>
                  <a:pt x="2577" y="620"/>
                  <a:pt x="2509" y="578"/>
                  <a:pt x="2446" y="578"/>
                </a:cubicBezTo>
                <a:cubicBezTo>
                  <a:pt x="2432" y="578"/>
                  <a:pt x="2419" y="580"/>
                  <a:pt x="2406" y="584"/>
                </a:cubicBezTo>
                <a:cubicBezTo>
                  <a:pt x="2335" y="632"/>
                  <a:pt x="2311" y="703"/>
                  <a:pt x="2335" y="774"/>
                </a:cubicBezTo>
                <a:lnTo>
                  <a:pt x="2359" y="822"/>
                </a:lnTo>
                <a:cubicBezTo>
                  <a:pt x="2192" y="941"/>
                  <a:pt x="2120" y="1155"/>
                  <a:pt x="2192" y="1346"/>
                </a:cubicBezTo>
                <a:cubicBezTo>
                  <a:pt x="2264" y="1490"/>
                  <a:pt x="2418" y="1594"/>
                  <a:pt x="2582" y="1594"/>
                </a:cubicBezTo>
                <a:cubicBezTo>
                  <a:pt x="2635" y="1594"/>
                  <a:pt x="2688" y="1583"/>
                  <a:pt x="2740" y="1560"/>
                </a:cubicBezTo>
                <a:lnTo>
                  <a:pt x="2882" y="1489"/>
                </a:lnTo>
                <a:lnTo>
                  <a:pt x="2978" y="1489"/>
                </a:lnTo>
                <a:cubicBezTo>
                  <a:pt x="3002" y="1513"/>
                  <a:pt x="3025" y="1537"/>
                  <a:pt x="3025" y="1560"/>
                </a:cubicBezTo>
                <a:cubicBezTo>
                  <a:pt x="3049" y="1608"/>
                  <a:pt x="3025" y="1679"/>
                  <a:pt x="2978" y="1703"/>
                </a:cubicBezTo>
                <a:lnTo>
                  <a:pt x="2811" y="1775"/>
                </a:lnTo>
                <a:lnTo>
                  <a:pt x="2763" y="1775"/>
                </a:lnTo>
                <a:cubicBezTo>
                  <a:pt x="2740" y="1775"/>
                  <a:pt x="2716" y="1775"/>
                  <a:pt x="2692" y="1751"/>
                </a:cubicBezTo>
                <a:cubicBezTo>
                  <a:pt x="2668" y="1715"/>
                  <a:pt x="2632" y="1697"/>
                  <a:pt x="2594" y="1697"/>
                </a:cubicBezTo>
                <a:cubicBezTo>
                  <a:pt x="2555" y="1697"/>
                  <a:pt x="2513" y="1715"/>
                  <a:pt x="2478" y="1751"/>
                </a:cubicBezTo>
                <a:cubicBezTo>
                  <a:pt x="2478" y="1751"/>
                  <a:pt x="2478" y="1775"/>
                  <a:pt x="2454" y="1775"/>
                </a:cubicBezTo>
                <a:lnTo>
                  <a:pt x="1739" y="1775"/>
                </a:lnTo>
                <a:cubicBezTo>
                  <a:pt x="1620" y="1513"/>
                  <a:pt x="1620" y="1227"/>
                  <a:pt x="1739" y="965"/>
                </a:cubicBezTo>
                <a:cubicBezTo>
                  <a:pt x="1835" y="703"/>
                  <a:pt x="2049" y="489"/>
                  <a:pt x="2311" y="393"/>
                </a:cubicBezTo>
                <a:cubicBezTo>
                  <a:pt x="2462" y="331"/>
                  <a:pt x="2613" y="301"/>
                  <a:pt x="2760" y="301"/>
                </a:cubicBezTo>
                <a:close/>
                <a:moveTo>
                  <a:pt x="2740" y="0"/>
                </a:moveTo>
                <a:cubicBezTo>
                  <a:pt x="2561" y="0"/>
                  <a:pt x="2382" y="36"/>
                  <a:pt x="2216" y="108"/>
                </a:cubicBezTo>
                <a:cubicBezTo>
                  <a:pt x="1858" y="251"/>
                  <a:pt x="1596" y="512"/>
                  <a:pt x="1454" y="846"/>
                </a:cubicBezTo>
                <a:cubicBezTo>
                  <a:pt x="1335" y="1155"/>
                  <a:pt x="1311" y="1489"/>
                  <a:pt x="1406" y="1775"/>
                </a:cubicBezTo>
                <a:lnTo>
                  <a:pt x="739" y="1775"/>
                </a:lnTo>
                <a:cubicBezTo>
                  <a:pt x="644" y="1775"/>
                  <a:pt x="572" y="1798"/>
                  <a:pt x="501" y="1822"/>
                </a:cubicBezTo>
                <a:lnTo>
                  <a:pt x="311" y="1394"/>
                </a:lnTo>
                <a:cubicBezTo>
                  <a:pt x="293" y="1342"/>
                  <a:pt x="239" y="1303"/>
                  <a:pt x="183" y="1303"/>
                </a:cubicBezTo>
                <a:cubicBezTo>
                  <a:pt x="162" y="1303"/>
                  <a:pt x="140" y="1309"/>
                  <a:pt x="120" y="1322"/>
                </a:cubicBezTo>
                <a:cubicBezTo>
                  <a:pt x="49" y="1346"/>
                  <a:pt x="1" y="1441"/>
                  <a:pt x="49" y="1513"/>
                </a:cubicBezTo>
                <a:lnTo>
                  <a:pt x="263" y="2037"/>
                </a:lnTo>
                <a:cubicBezTo>
                  <a:pt x="215" y="2132"/>
                  <a:pt x="191" y="2227"/>
                  <a:pt x="191" y="2322"/>
                </a:cubicBezTo>
                <a:lnTo>
                  <a:pt x="191" y="4537"/>
                </a:lnTo>
                <a:cubicBezTo>
                  <a:pt x="191" y="4632"/>
                  <a:pt x="263" y="4704"/>
                  <a:pt x="334" y="4704"/>
                </a:cubicBezTo>
                <a:cubicBezTo>
                  <a:pt x="430" y="4704"/>
                  <a:pt x="501" y="4632"/>
                  <a:pt x="501" y="4537"/>
                </a:cubicBezTo>
                <a:lnTo>
                  <a:pt x="501" y="2322"/>
                </a:lnTo>
                <a:cubicBezTo>
                  <a:pt x="501" y="2179"/>
                  <a:pt x="596" y="2084"/>
                  <a:pt x="739" y="2084"/>
                </a:cubicBezTo>
                <a:lnTo>
                  <a:pt x="4907" y="2084"/>
                </a:lnTo>
                <a:cubicBezTo>
                  <a:pt x="5002" y="2084"/>
                  <a:pt x="5073" y="2013"/>
                  <a:pt x="5073" y="1918"/>
                </a:cubicBezTo>
                <a:cubicBezTo>
                  <a:pt x="5073" y="1846"/>
                  <a:pt x="5002" y="1775"/>
                  <a:pt x="4907" y="1775"/>
                </a:cubicBezTo>
                <a:lnTo>
                  <a:pt x="4073" y="1775"/>
                </a:lnTo>
                <a:cubicBezTo>
                  <a:pt x="4168" y="1465"/>
                  <a:pt x="4145" y="1155"/>
                  <a:pt x="4026" y="846"/>
                </a:cubicBezTo>
                <a:cubicBezTo>
                  <a:pt x="3883" y="512"/>
                  <a:pt x="3597" y="251"/>
                  <a:pt x="3264" y="108"/>
                </a:cubicBezTo>
                <a:cubicBezTo>
                  <a:pt x="3097" y="36"/>
                  <a:pt x="2918" y="0"/>
                  <a:pt x="2740" y="0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9" name="Google Shape;2824;p94">
            <a:extLst xmlns:a="http://schemas.openxmlformats.org/drawingml/2006/main">
              <a:ext uri="{FF2B5EF4-FFF2-40B4-BE49-F238E27FC236}">
                <a16:creationId xmlns:a16="http://schemas.microsoft.com/office/drawing/2014/main" id="{BCB620E0-599B-42B8-91C1-395D2702A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23435" y="1838099"/>
            <a:ext cx="102586" cy="55245"/>
          </a:xfrm>
          <a:custGeom xmlns:a="http://schemas.openxmlformats.org/drawingml/2006/main">
            <a:rect l="l" t="t" r="r" b="b"/>
            <a:pathLst>
              <a:path w="1406" h="746">
                <a:moveTo>
                  <a:pt x="1207" y="1"/>
                </a:moveTo>
                <a:cubicBezTo>
                  <a:pt x="1193" y="1"/>
                  <a:pt x="1180" y="3"/>
                  <a:pt x="1167" y="7"/>
                </a:cubicBezTo>
                <a:lnTo>
                  <a:pt x="119" y="460"/>
                </a:lnTo>
                <a:cubicBezTo>
                  <a:pt x="48" y="483"/>
                  <a:pt x="0" y="579"/>
                  <a:pt x="24" y="650"/>
                </a:cubicBezTo>
                <a:cubicBezTo>
                  <a:pt x="48" y="721"/>
                  <a:pt x="119" y="745"/>
                  <a:pt x="167" y="745"/>
                </a:cubicBezTo>
                <a:lnTo>
                  <a:pt x="215" y="745"/>
                </a:lnTo>
                <a:lnTo>
                  <a:pt x="1286" y="293"/>
                </a:lnTo>
                <a:cubicBezTo>
                  <a:pt x="1358" y="269"/>
                  <a:pt x="1405" y="174"/>
                  <a:pt x="1358" y="102"/>
                </a:cubicBezTo>
                <a:cubicBezTo>
                  <a:pt x="1338" y="44"/>
                  <a:pt x="1270" y="1"/>
                  <a:pt x="120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0" name="Google Shape;2825;p94">
            <a:extLst xmlns:a="http://schemas.openxmlformats.org/drawingml/2006/main">
              <a:ext uri="{FF2B5EF4-FFF2-40B4-BE49-F238E27FC236}">
                <a16:creationId xmlns:a16="http://schemas.microsoft.com/office/drawing/2014/main" id="{42802F6D-D779-4730-A199-3B9049EA6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39050" y="1891866"/>
            <a:ext cx="55670" cy="34955"/>
          </a:xfrm>
          <a:custGeom xmlns:a="http://schemas.openxmlformats.org/drawingml/2006/main">
            <a:rect l="l" t="t" r="r" b="b"/>
            <a:pathLst>
              <a:path w="763" h="472">
                <a:moveTo>
                  <a:pt x="599" y="0"/>
                </a:moveTo>
                <a:cubicBezTo>
                  <a:pt x="576" y="0"/>
                  <a:pt x="551" y="6"/>
                  <a:pt x="525" y="19"/>
                </a:cubicBezTo>
                <a:lnTo>
                  <a:pt x="96" y="186"/>
                </a:lnTo>
                <a:cubicBezTo>
                  <a:pt x="24" y="234"/>
                  <a:pt x="1" y="305"/>
                  <a:pt x="24" y="376"/>
                </a:cubicBezTo>
                <a:cubicBezTo>
                  <a:pt x="48" y="448"/>
                  <a:pt x="96" y="472"/>
                  <a:pt x="167" y="472"/>
                </a:cubicBezTo>
                <a:lnTo>
                  <a:pt x="215" y="472"/>
                </a:lnTo>
                <a:lnTo>
                  <a:pt x="644" y="281"/>
                </a:lnTo>
                <a:cubicBezTo>
                  <a:pt x="715" y="257"/>
                  <a:pt x="763" y="162"/>
                  <a:pt x="739" y="91"/>
                </a:cubicBezTo>
                <a:cubicBezTo>
                  <a:pt x="705" y="39"/>
                  <a:pt x="658" y="0"/>
                  <a:pt x="599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1" name="Google Shape;2826;p94">
            <a:extLst xmlns:a="http://schemas.openxmlformats.org/drawingml/2006/main">
              <a:ext uri="{FF2B5EF4-FFF2-40B4-BE49-F238E27FC236}">
                <a16:creationId xmlns:a16="http://schemas.microsoft.com/office/drawing/2014/main" id="{E1C45218-A216-4F7D-BDFA-773E15AFF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89467" y="2335907"/>
            <a:ext cx="76537" cy="21254"/>
          </a:xfrm>
          <a:custGeom xmlns:a="http://schemas.openxmlformats.org/drawingml/2006/main">
            <a:rect l="l" t="t" r="r" b="b"/>
            <a:pathLst>
              <a:path w="1049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6"/>
                  <a:pt x="143" y="286"/>
                </a:cubicBezTo>
                <a:lnTo>
                  <a:pt x="905" y="286"/>
                </a:lnTo>
                <a:cubicBezTo>
                  <a:pt x="977" y="286"/>
                  <a:pt x="1048" y="215"/>
                  <a:pt x="1048" y="144"/>
                </a:cubicBezTo>
                <a:cubicBezTo>
                  <a:pt x="1048" y="48"/>
                  <a:pt x="977" y="1"/>
                  <a:pt x="90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2" name="Google Shape;2827;p94">
            <a:extLst xmlns:a="http://schemas.openxmlformats.org/drawingml/2006/main">
              <a:ext uri="{FF2B5EF4-FFF2-40B4-BE49-F238E27FC236}">
                <a16:creationId xmlns:a16="http://schemas.microsoft.com/office/drawing/2014/main" id="{57F84F54-E40E-488B-BEB8-EE2F141C8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89467" y="2374713"/>
            <a:ext cx="177299" cy="23030"/>
          </a:xfrm>
          <a:custGeom xmlns:a="http://schemas.openxmlformats.org/drawingml/2006/main">
            <a:rect l="l" t="t" r="r" b="b"/>
            <a:pathLst>
              <a:path w="2430" h="311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cubicBezTo>
                  <a:pt x="0" y="239"/>
                  <a:pt x="72" y="310"/>
                  <a:pt x="143" y="310"/>
                </a:cubicBezTo>
                <a:lnTo>
                  <a:pt x="2286" y="310"/>
                </a:lnTo>
                <a:cubicBezTo>
                  <a:pt x="2358" y="310"/>
                  <a:pt x="2429" y="239"/>
                  <a:pt x="2429" y="143"/>
                </a:cubicBezTo>
                <a:cubicBezTo>
                  <a:pt x="2429" y="72"/>
                  <a:pt x="2358" y="1"/>
                  <a:pt x="2286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8" name="Google Shape;2806;p94">
            <a:extLst xmlns:a="http://schemas.openxmlformats.org/drawingml/2006/main">
              <a:ext uri="{FF2B5EF4-FFF2-40B4-BE49-F238E27FC236}">
                <a16:creationId xmlns:a16="http://schemas.microsoft.com/office/drawing/2014/main" id="{80C504E5-7AFB-425F-8683-81EB4ADA5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757324" y="1749715"/>
            <a:ext cx="738604" cy="694944"/>
          </a:xfrm>
          <a:custGeom xmlns:a="http://schemas.openxmlformats.org/drawingml/2006/main">
            <a:rect l="l" t="t" r="r" b="b"/>
            <a:pathLst>
              <a:path w="10123" h="9384">
                <a:moveTo>
                  <a:pt x="5073" y="8550"/>
                </a:moveTo>
                <a:cubicBezTo>
                  <a:pt x="5216" y="8550"/>
                  <a:pt x="5335" y="8669"/>
                  <a:pt x="5335" y="8812"/>
                </a:cubicBezTo>
                <a:cubicBezTo>
                  <a:pt x="5335" y="8954"/>
                  <a:pt x="5216" y="9097"/>
                  <a:pt x="5073" y="9097"/>
                </a:cubicBezTo>
                <a:cubicBezTo>
                  <a:pt x="4907" y="9097"/>
                  <a:pt x="4788" y="8954"/>
                  <a:pt x="4788" y="8812"/>
                </a:cubicBezTo>
                <a:cubicBezTo>
                  <a:pt x="4788" y="8669"/>
                  <a:pt x="4907" y="8550"/>
                  <a:pt x="5073" y="8550"/>
                </a:cubicBezTo>
                <a:close/>
                <a:moveTo>
                  <a:pt x="358" y="0"/>
                </a:moveTo>
                <a:cubicBezTo>
                  <a:pt x="168" y="0"/>
                  <a:pt x="1" y="167"/>
                  <a:pt x="1" y="357"/>
                </a:cubicBezTo>
                <a:lnTo>
                  <a:pt x="1" y="953"/>
                </a:lnTo>
                <a:cubicBezTo>
                  <a:pt x="1" y="1143"/>
                  <a:pt x="144" y="1286"/>
                  <a:pt x="334" y="1286"/>
                </a:cubicBezTo>
                <a:lnTo>
                  <a:pt x="334" y="5168"/>
                </a:lnTo>
                <a:cubicBezTo>
                  <a:pt x="334" y="5239"/>
                  <a:pt x="406" y="5311"/>
                  <a:pt x="477" y="5311"/>
                </a:cubicBezTo>
                <a:cubicBezTo>
                  <a:pt x="572" y="5311"/>
                  <a:pt x="644" y="5263"/>
                  <a:pt x="644" y="5168"/>
                </a:cubicBezTo>
                <a:lnTo>
                  <a:pt x="644" y="1286"/>
                </a:lnTo>
                <a:lnTo>
                  <a:pt x="7741" y="1286"/>
                </a:lnTo>
                <a:cubicBezTo>
                  <a:pt x="7812" y="1286"/>
                  <a:pt x="7884" y="1239"/>
                  <a:pt x="7884" y="1143"/>
                </a:cubicBezTo>
                <a:cubicBezTo>
                  <a:pt x="7884" y="1072"/>
                  <a:pt x="7812" y="1000"/>
                  <a:pt x="7741" y="1000"/>
                </a:cubicBezTo>
                <a:lnTo>
                  <a:pt x="358" y="1000"/>
                </a:lnTo>
                <a:cubicBezTo>
                  <a:pt x="334" y="1000"/>
                  <a:pt x="311" y="977"/>
                  <a:pt x="311" y="953"/>
                </a:cubicBezTo>
                <a:lnTo>
                  <a:pt x="311" y="357"/>
                </a:lnTo>
                <a:cubicBezTo>
                  <a:pt x="311" y="310"/>
                  <a:pt x="334" y="286"/>
                  <a:pt x="358" y="286"/>
                </a:cubicBezTo>
                <a:lnTo>
                  <a:pt x="9789" y="286"/>
                </a:lnTo>
                <a:cubicBezTo>
                  <a:pt x="9812" y="286"/>
                  <a:pt x="9836" y="334"/>
                  <a:pt x="9836" y="357"/>
                </a:cubicBezTo>
                <a:lnTo>
                  <a:pt x="9836" y="953"/>
                </a:lnTo>
                <a:cubicBezTo>
                  <a:pt x="9836" y="977"/>
                  <a:pt x="9812" y="1000"/>
                  <a:pt x="9789" y="1000"/>
                </a:cubicBezTo>
                <a:lnTo>
                  <a:pt x="8407" y="1000"/>
                </a:lnTo>
                <a:cubicBezTo>
                  <a:pt x="8312" y="1000"/>
                  <a:pt x="8241" y="1072"/>
                  <a:pt x="8241" y="1143"/>
                </a:cubicBezTo>
                <a:cubicBezTo>
                  <a:pt x="8241" y="1239"/>
                  <a:pt x="8312" y="1286"/>
                  <a:pt x="8407" y="1286"/>
                </a:cubicBezTo>
                <a:lnTo>
                  <a:pt x="9503" y="1286"/>
                </a:lnTo>
                <a:lnTo>
                  <a:pt x="9503" y="7335"/>
                </a:lnTo>
                <a:cubicBezTo>
                  <a:pt x="9503" y="7359"/>
                  <a:pt x="9479" y="7383"/>
                  <a:pt x="9455" y="7383"/>
                </a:cubicBezTo>
                <a:lnTo>
                  <a:pt x="692" y="7383"/>
                </a:lnTo>
                <a:cubicBezTo>
                  <a:pt x="668" y="7383"/>
                  <a:pt x="644" y="7359"/>
                  <a:pt x="644" y="7335"/>
                </a:cubicBezTo>
                <a:lnTo>
                  <a:pt x="644" y="5835"/>
                </a:lnTo>
                <a:cubicBezTo>
                  <a:pt x="644" y="5740"/>
                  <a:pt x="572" y="5692"/>
                  <a:pt x="477" y="5692"/>
                </a:cubicBezTo>
                <a:cubicBezTo>
                  <a:pt x="406" y="5692"/>
                  <a:pt x="334" y="5740"/>
                  <a:pt x="334" y="5835"/>
                </a:cubicBezTo>
                <a:lnTo>
                  <a:pt x="334" y="7335"/>
                </a:lnTo>
                <a:cubicBezTo>
                  <a:pt x="334" y="7526"/>
                  <a:pt x="501" y="7668"/>
                  <a:pt x="692" y="7668"/>
                </a:cubicBezTo>
                <a:lnTo>
                  <a:pt x="4907" y="7668"/>
                </a:lnTo>
                <a:lnTo>
                  <a:pt x="4907" y="8264"/>
                </a:lnTo>
                <a:cubicBezTo>
                  <a:pt x="4669" y="8335"/>
                  <a:pt x="4502" y="8550"/>
                  <a:pt x="4502" y="8812"/>
                </a:cubicBezTo>
                <a:cubicBezTo>
                  <a:pt x="4502" y="9121"/>
                  <a:pt x="4740" y="9383"/>
                  <a:pt x="5073" y="9383"/>
                </a:cubicBezTo>
                <a:cubicBezTo>
                  <a:pt x="5383" y="9383"/>
                  <a:pt x="5621" y="9121"/>
                  <a:pt x="5621" y="8812"/>
                </a:cubicBezTo>
                <a:cubicBezTo>
                  <a:pt x="5621" y="8550"/>
                  <a:pt x="5454" y="8335"/>
                  <a:pt x="5216" y="8264"/>
                </a:cubicBezTo>
                <a:lnTo>
                  <a:pt x="5216" y="7668"/>
                </a:lnTo>
                <a:lnTo>
                  <a:pt x="9431" y="7668"/>
                </a:lnTo>
                <a:cubicBezTo>
                  <a:pt x="9622" y="7668"/>
                  <a:pt x="9789" y="7526"/>
                  <a:pt x="9789" y="7335"/>
                </a:cubicBezTo>
                <a:lnTo>
                  <a:pt x="9789" y="1286"/>
                </a:lnTo>
                <a:cubicBezTo>
                  <a:pt x="9979" y="1286"/>
                  <a:pt x="10122" y="1143"/>
                  <a:pt x="10122" y="953"/>
                </a:cubicBezTo>
                <a:lnTo>
                  <a:pt x="10122" y="357"/>
                </a:lnTo>
                <a:cubicBezTo>
                  <a:pt x="10122" y="167"/>
                  <a:pt x="9979" y="0"/>
                  <a:pt x="9789" y="0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9" name="Google Shape;2807;p94">
            <a:extLst xmlns:a="http://schemas.openxmlformats.org/drawingml/2006/main">
              <a:ext uri="{FF2B5EF4-FFF2-40B4-BE49-F238E27FC236}">
                <a16:creationId xmlns:a16="http://schemas.microsoft.com/office/drawing/2014/main" id="{CD919F2B-4F11-4DB3-AD68-DC6065963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315126" y="2192350"/>
            <a:ext cx="99083" cy="21254"/>
          </a:xfrm>
          <a:custGeom xmlns:a="http://schemas.openxmlformats.org/drawingml/2006/main">
            <a:rect l="l" t="t" r="r" b="b"/>
            <a:pathLst>
              <a:path w="1358" h="287">
                <a:moveTo>
                  <a:pt x="167" y="1"/>
                </a:moveTo>
                <a:cubicBezTo>
                  <a:pt x="72" y="1"/>
                  <a:pt x="0" y="72"/>
                  <a:pt x="0" y="144"/>
                </a:cubicBezTo>
                <a:cubicBezTo>
                  <a:pt x="0" y="239"/>
                  <a:pt x="72" y="286"/>
                  <a:pt x="167" y="286"/>
                </a:cubicBezTo>
                <a:lnTo>
                  <a:pt x="1191" y="286"/>
                </a:lnTo>
                <a:cubicBezTo>
                  <a:pt x="1286" y="286"/>
                  <a:pt x="1358" y="239"/>
                  <a:pt x="1358" y="144"/>
                </a:cubicBezTo>
                <a:cubicBezTo>
                  <a:pt x="1334" y="72"/>
                  <a:pt x="1286" y="1"/>
                  <a:pt x="1191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0" name="Google Shape;2808;p94">
            <a:extLst xmlns:a="http://schemas.openxmlformats.org/drawingml/2006/main">
              <a:ext uri="{FF2B5EF4-FFF2-40B4-BE49-F238E27FC236}">
                <a16:creationId xmlns:a16="http://schemas.microsoft.com/office/drawing/2014/main" id="{C43824E3-E21C-4168-9574-F0C8252CF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2231154"/>
            <a:ext cx="173796" cy="23030"/>
          </a:xfrm>
          <a:custGeom xmlns:a="http://schemas.openxmlformats.org/drawingml/2006/main">
            <a:rect l="l" t="t" r="r" b="b"/>
            <a:pathLst>
              <a:path w="2382" h="311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cubicBezTo>
                  <a:pt x="0" y="239"/>
                  <a:pt x="72" y="310"/>
                  <a:pt x="143" y="310"/>
                </a:cubicBezTo>
                <a:lnTo>
                  <a:pt x="2215" y="310"/>
                </a:lnTo>
                <a:cubicBezTo>
                  <a:pt x="2310" y="310"/>
                  <a:pt x="2382" y="239"/>
                  <a:pt x="2382" y="143"/>
                </a:cubicBezTo>
                <a:cubicBezTo>
                  <a:pt x="2382" y="72"/>
                  <a:pt x="2310" y="1"/>
                  <a:pt x="22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1" name="Google Shape;2809;p94">
            <a:extLst xmlns:a="http://schemas.openxmlformats.org/drawingml/2006/main">
              <a:ext uri="{FF2B5EF4-FFF2-40B4-BE49-F238E27FC236}">
                <a16:creationId xmlns:a16="http://schemas.microsoft.com/office/drawing/2014/main" id="{4E528611-17F4-4C75-B8C8-04D402841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1903160"/>
            <a:ext cx="36555" cy="22957"/>
          </a:xfrm>
          <a:custGeom xmlns:a="http://schemas.openxmlformats.org/drawingml/2006/main">
            <a:rect l="l" t="t" r="r" b="b"/>
            <a:pathLst>
              <a:path w="501" h="310">
                <a:moveTo>
                  <a:pt x="143" y="0"/>
                </a:moveTo>
                <a:cubicBezTo>
                  <a:pt x="72" y="0"/>
                  <a:pt x="0" y="72"/>
                  <a:pt x="0" y="143"/>
                </a:cubicBezTo>
                <a:cubicBezTo>
                  <a:pt x="0" y="238"/>
                  <a:pt x="72" y="310"/>
                  <a:pt x="143" y="310"/>
                </a:cubicBezTo>
                <a:lnTo>
                  <a:pt x="334" y="310"/>
                </a:lnTo>
                <a:cubicBezTo>
                  <a:pt x="429" y="310"/>
                  <a:pt x="500" y="238"/>
                  <a:pt x="500" y="143"/>
                </a:cubicBezTo>
                <a:cubicBezTo>
                  <a:pt x="500" y="72"/>
                  <a:pt x="429" y="0"/>
                  <a:pt x="334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2" name="Google Shape;2810;p94">
            <a:extLst xmlns:a="http://schemas.openxmlformats.org/drawingml/2006/main">
              <a:ext uri="{FF2B5EF4-FFF2-40B4-BE49-F238E27FC236}">
                <a16:creationId xmlns:a16="http://schemas.microsoft.com/office/drawing/2014/main" id="{3809F384-90C7-4C20-AAC1-1003AD2C6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94259" y="1903160"/>
            <a:ext cx="119950" cy="22957"/>
          </a:xfrm>
          <a:custGeom xmlns:a="http://schemas.openxmlformats.org/drawingml/2006/main">
            <a:rect l="l" t="t" r="r" b="b"/>
            <a:pathLst>
              <a:path w="1644" h="310">
                <a:moveTo>
                  <a:pt x="143" y="0"/>
                </a:moveTo>
                <a:cubicBezTo>
                  <a:pt x="72" y="0"/>
                  <a:pt x="1" y="72"/>
                  <a:pt x="1" y="143"/>
                </a:cubicBezTo>
                <a:cubicBezTo>
                  <a:pt x="1" y="238"/>
                  <a:pt x="72" y="310"/>
                  <a:pt x="143" y="310"/>
                </a:cubicBezTo>
                <a:lnTo>
                  <a:pt x="1477" y="310"/>
                </a:lnTo>
                <a:cubicBezTo>
                  <a:pt x="1572" y="310"/>
                  <a:pt x="1644" y="238"/>
                  <a:pt x="1644" y="143"/>
                </a:cubicBezTo>
                <a:cubicBezTo>
                  <a:pt x="1644" y="72"/>
                  <a:pt x="1572" y="0"/>
                  <a:pt x="147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3" name="Google Shape;2811;p94">
            <a:extLst xmlns:a="http://schemas.openxmlformats.org/drawingml/2006/main">
              <a:ext uri="{FF2B5EF4-FFF2-40B4-BE49-F238E27FC236}">
                <a16:creationId xmlns:a16="http://schemas.microsoft.com/office/drawing/2014/main" id="{CFEC192B-852A-4C1B-9B99-1D807411D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1943669"/>
            <a:ext cx="173796" cy="21254"/>
          </a:xfrm>
          <a:custGeom xmlns:a="http://schemas.openxmlformats.org/drawingml/2006/main">
            <a:rect l="l" t="t" r="r" b="b"/>
            <a:pathLst>
              <a:path w="2382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7"/>
                  <a:pt x="143" y="287"/>
                </a:cubicBezTo>
                <a:lnTo>
                  <a:pt x="2215" y="287"/>
                </a:lnTo>
                <a:cubicBezTo>
                  <a:pt x="2310" y="287"/>
                  <a:pt x="2382" y="215"/>
                  <a:pt x="2382" y="144"/>
                </a:cubicBezTo>
                <a:cubicBezTo>
                  <a:pt x="2382" y="48"/>
                  <a:pt x="2310" y="1"/>
                  <a:pt x="22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4" name="Google Shape;2812;p94">
            <a:extLst xmlns:a="http://schemas.openxmlformats.org/drawingml/2006/main">
              <a:ext uri="{FF2B5EF4-FFF2-40B4-BE49-F238E27FC236}">
                <a16:creationId xmlns:a16="http://schemas.microsoft.com/office/drawing/2014/main" id="{311925E1-AAD7-40BE-87B0-919CBAC40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2008912"/>
            <a:ext cx="173796" cy="141225"/>
          </a:xfrm>
          <a:custGeom xmlns:a="http://schemas.openxmlformats.org/drawingml/2006/main">
            <a:rect l="l" t="t" r="r" b="b"/>
            <a:pathLst>
              <a:path w="2382" h="1907">
                <a:moveTo>
                  <a:pt x="143" y="1"/>
                </a:moveTo>
                <a:cubicBezTo>
                  <a:pt x="48" y="1"/>
                  <a:pt x="0" y="49"/>
                  <a:pt x="0" y="144"/>
                </a:cubicBezTo>
                <a:lnTo>
                  <a:pt x="0" y="1763"/>
                </a:lnTo>
                <a:cubicBezTo>
                  <a:pt x="0" y="1835"/>
                  <a:pt x="72" y="1906"/>
                  <a:pt x="143" y="1906"/>
                </a:cubicBezTo>
                <a:lnTo>
                  <a:pt x="2215" y="1906"/>
                </a:lnTo>
                <a:cubicBezTo>
                  <a:pt x="2310" y="1906"/>
                  <a:pt x="2382" y="1835"/>
                  <a:pt x="2382" y="1763"/>
                </a:cubicBezTo>
                <a:cubicBezTo>
                  <a:pt x="2382" y="1668"/>
                  <a:pt x="2310" y="1597"/>
                  <a:pt x="2215" y="1597"/>
                </a:cubicBezTo>
                <a:lnTo>
                  <a:pt x="1858" y="1597"/>
                </a:lnTo>
                <a:lnTo>
                  <a:pt x="1858" y="311"/>
                </a:lnTo>
                <a:cubicBezTo>
                  <a:pt x="1858" y="239"/>
                  <a:pt x="1786" y="168"/>
                  <a:pt x="1715" y="168"/>
                </a:cubicBezTo>
                <a:cubicBezTo>
                  <a:pt x="1644" y="168"/>
                  <a:pt x="1572" y="239"/>
                  <a:pt x="1572" y="311"/>
                </a:cubicBezTo>
                <a:lnTo>
                  <a:pt x="1572" y="1597"/>
                </a:lnTo>
                <a:lnTo>
                  <a:pt x="1334" y="1597"/>
                </a:lnTo>
                <a:lnTo>
                  <a:pt x="1334" y="1120"/>
                </a:lnTo>
                <a:cubicBezTo>
                  <a:pt x="1334" y="1049"/>
                  <a:pt x="1263" y="977"/>
                  <a:pt x="1191" y="977"/>
                </a:cubicBezTo>
                <a:cubicBezTo>
                  <a:pt x="1096" y="977"/>
                  <a:pt x="1024" y="1049"/>
                  <a:pt x="1024" y="1120"/>
                </a:cubicBezTo>
                <a:lnTo>
                  <a:pt x="1024" y="1597"/>
                </a:lnTo>
                <a:lnTo>
                  <a:pt x="786" y="1597"/>
                </a:lnTo>
                <a:lnTo>
                  <a:pt x="786" y="763"/>
                </a:lnTo>
                <a:cubicBezTo>
                  <a:pt x="786" y="668"/>
                  <a:pt x="739" y="596"/>
                  <a:pt x="643" y="596"/>
                </a:cubicBezTo>
                <a:cubicBezTo>
                  <a:pt x="572" y="596"/>
                  <a:pt x="500" y="668"/>
                  <a:pt x="500" y="763"/>
                </a:cubicBezTo>
                <a:lnTo>
                  <a:pt x="500" y="1597"/>
                </a:lnTo>
                <a:lnTo>
                  <a:pt x="286" y="1597"/>
                </a:lnTo>
                <a:lnTo>
                  <a:pt x="286" y="144"/>
                </a:lnTo>
                <a:cubicBezTo>
                  <a:pt x="286" y="72"/>
                  <a:pt x="215" y="1"/>
                  <a:pt x="143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5" name="Google Shape;2813;p94">
            <a:extLst xmlns:a="http://schemas.openxmlformats.org/drawingml/2006/main">
              <a:ext uri="{FF2B5EF4-FFF2-40B4-BE49-F238E27FC236}">
                <a16:creationId xmlns:a16="http://schemas.microsoft.com/office/drawing/2014/main" id="{C7EBA6E9-8DC0-4C9E-8F11-E84BAAD9C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833790" y="1885460"/>
            <a:ext cx="364957" cy="370427"/>
          </a:xfrm>
          <a:custGeom xmlns:a="http://schemas.openxmlformats.org/drawingml/2006/main">
            <a:rect l="l" t="t" r="r" b="b"/>
            <a:pathLst>
              <a:path w="5002" h="5002">
                <a:moveTo>
                  <a:pt x="2501" y="1215"/>
                </a:moveTo>
                <a:cubicBezTo>
                  <a:pt x="3216" y="1215"/>
                  <a:pt x="3811" y="1787"/>
                  <a:pt x="3811" y="2501"/>
                </a:cubicBezTo>
                <a:cubicBezTo>
                  <a:pt x="3811" y="3240"/>
                  <a:pt x="3216" y="3811"/>
                  <a:pt x="2501" y="3811"/>
                </a:cubicBezTo>
                <a:cubicBezTo>
                  <a:pt x="1787" y="3811"/>
                  <a:pt x="1215" y="3216"/>
                  <a:pt x="1215" y="2501"/>
                </a:cubicBezTo>
                <a:cubicBezTo>
                  <a:pt x="1215" y="1787"/>
                  <a:pt x="1787" y="1215"/>
                  <a:pt x="2501" y="1215"/>
                </a:cubicBezTo>
                <a:close/>
                <a:moveTo>
                  <a:pt x="4692" y="2668"/>
                </a:moveTo>
                <a:cubicBezTo>
                  <a:pt x="4668" y="3121"/>
                  <a:pt x="4502" y="3549"/>
                  <a:pt x="4216" y="3883"/>
                </a:cubicBezTo>
                <a:lnTo>
                  <a:pt x="3787" y="3454"/>
                </a:lnTo>
                <a:cubicBezTo>
                  <a:pt x="3954" y="3216"/>
                  <a:pt x="4073" y="2954"/>
                  <a:pt x="4097" y="2668"/>
                </a:cubicBezTo>
                <a:close/>
                <a:moveTo>
                  <a:pt x="2358" y="311"/>
                </a:moveTo>
                <a:lnTo>
                  <a:pt x="2358" y="930"/>
                </a:lnTo>
                <a:cubicBezTo>
                  <a:pt x="1549" y="1001"/>
                  <a:pt x="906" y="1692"/>
                  <a:pt x="906" y="2501"/>
                </a:cubicBezTo>
                <a:cubicBezTo>
                  <a:pt x="906" y="3383"/>
                  <a:pt x="1620" y="4097"/>
                  <a:pt x="2501" y="4097"/>
                </a:cubicBezTo>
                <a:cubicBezTo>
                  <a:pt x="2930" y="4097"/>
                  <a:pt x="3311" y="3954"/>
                  <a:pt x="3597" y="3668"/>
                </a:cubicBezTo>
                <a:cubicBezTo>
                  <a:pt x="3740" y="3811"/>
                  <a:pt x="3883" y="3954"/>
                  <a:pt x="4025" y="4097"/>
                </a:cubicBezTo>
                <a:cubicBezTo>
                  <a:pt x="3644" y="4478"/>
                  <a:pt x="3097" y="4716"/>
                  <a:pt x="2501" y="4716"/>
                </a:cubicBezTo>
                <a:cubicBezTo>
                  <a:pt x="1287" y="4716"/>
                  <a:pt x="310" y="3716"/>
                  <a:pt x="310" y="2501"/>
                </a:cubicBezTo>
                <a:cubicBezTo>
                  <a:pt x="310" y="1335"/>
                  <a:pt x="1215" y="382"/>
                  <a:pt x="2358" y="311"/>
                </a:cubicBezTo>
                <a:close/>
                <a:moveTo>
                  <a:pt x="2501" y="1"/>
                </a:moveTo>
                <a:cubicBezTo>
                  <a:pt x="1120" y="1"/>
                  <a:pt x="1" y="1144"/>
                  <a:pt x="1" y="2501"/>
                </a:cubicBezTo>
                <a:cubicBezTo>
                  <a:pt x="1" y="3883"/>
                  <a:pt x="1120" y="5002"/>
                  <a:pt x="2501" y="5002"/>
                </a:cubicBezTo>
                <a:cubicBezTo>
                  <a:pt x="3883" y="5002"/>
                  <a:pt x="5002" y="3883"/>
                  <a:pt x="5002" y="2501"/>
                </a:cubicBezTo>
                <a:cubicBezTo>
                  <a:pt x="5002" y="1978"/>
                  <a:pt x="4835" y="1477"/>
                  <a:pt x="4526" y="1049"/>
                </a:cubicBezTo>
                <a:cubicBezTo>
                  <a:pt x="4499" y="1009"/>
                  <a:pt x="4459" y="992"/>
                  <a:pt x="4415" y="992"/>
                </a:cubicBezTo>
                <a:cubicBezTo>
                  <a:pt x="4380" y="992"/>
                  <a:pt x="4343" y="1004"/>
                  <a:pt x="4311" y="1025"/>
                </a:cubicBezTo>
                <a:cubicBezTo>
                  <a:pt x="4264" y="1073"/>
                  <a:pt x="4240" y="1144"/>
                  <a:pt x="4287" y="1215"/>
                </a:cubicBezTo>
                <a:cubicBezTo>
                  <a:pt x="4526" y="1549"/>
                  <a:pt x="4668" y="1954"/>
                  <a:pt x="4692" y="2359"/>
                </a:cubicBezTo>
                <a:lnTo>
                  <a:pt x="4097" y="2359"/>
                </a:lnTo>
                <a:cubicBezTo>
                  <a:pt x="4025" y="1597"/>
                  <a:pt x="3406" y="1001"/>
                  <a:pt x="2644" y="930"/>
                </a:cubicBezTo>
                <a:lnTo>
                  <a:pt x="2644" y="311"/>
                </a:lnTo>
                <a:cubicBezTo>
                  <a:pt x="3097" y="334"/>
                  <a:pt x="3501" y="501"/>
                  <a:pt x="3859" y="787"/>
                </a:cubicBezTo>
                <a:cubicBezTo>
                  <a:pt x="3886" y="805"/>
                  <a:pt x="3917" y="813"/>
                  <a:pt x="3947" y="813"/>
                </a:cubicBezTo>
                <a:cubicBezTo>
                  <a:pt x="3996" y="813"/>
                  <a:pt x="4044" y="792"/>
                  <a:pt x="4073" y="763"/>
                </a:cubicBezTo>
                <a:cubicBezTo>
                  <a:pt x="4121" y="692"/>
                  <a:pt x="4121" y="596"/>
                  <a:pt x="4049" y="549"/>
                </a:cubicBezTo>
                <a:cubicBezTo>
                  <a:pt x="3597" y="191"/>
                  <a:pt x="3073" y="1"/>
                  <a:pt x="2501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6" name="Google Shape;2814;p94">
            <a:extLst xmlns:a="http://schemas.openxmlformats.org/drawingml/2006/main">
              <a:ext uri="{FF2B5EF4-FFF2-40B4-BE49-F238E27FC236}">
                <a16:creationId xmlns:a16="http://schemas.microsoft.com/office/drawing/2014/main" id="{9A6C7A3F-7585-4418-8921-340A277E4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844225" y="2227156"/>
            <a:ext cx="52240" cy="37620"/>
          </a:xfrm>
          <a:custGeom xmlns:a="http://schemas.openxmlformats.org/drawingml/2006/main">
            <a:rect l="l" t="t" r="r" b="b"/>
            <a:pathLst>
              <a:path w="716" h="508">
                <a:moveTo>
                  <a:pt x="167" y="1"/>
                </a:moveTo>
                <a:cubicBezTo>
                  <a:pt x="132" y="1"/>
                  <a:pt x="96" y="19"/>
                  <a:pt x="72" y="55"/>
                </a:cubicBezTo>
                <a:cubicBezTo>
                  <a:pt x="1" y="102"/>
                  <a:pt x="1" y="197"/>
                  <a:pt x="72" y="245"/>
                </a:cubicBezTo>
                <a:lnTo>
                  <a:pt x="263" y="459"/>
                </a:lnTo>
                <a:cubicBezTo>
                  <a:pt x="286" y="483"/>
                  <a:pt x="334" y="507"/>
                  <a:pt x="358" y="507"/>
                </a:cubicBezTo>
                <a:cubicBezTo>
                  <a:pt x="405" y="507"/>
                  <a:pt x="429" y="483"/>
                  <a:pt x="477" y="459"/>
                </a:cubicBezTo>
                <a:lnTo>
                  <a:pt x="667" y="245"/>
                </a:lnTo>
                <a:cubicBezTo>
                  <a:pt x="715" y="197"/>
                  <a:pt x="715" y="102"/>
                  <a:pt x="667" y="55"/>
                </a:cubicBezTo>
                <a:cubicBezTo>
                  <a:pt x="632" y="19"/>
                  <a:pt x="590" y="1"/>
                  <a:pt x="551" y="1"/>
                </a:cubicBezTo>
                <a:cubicBezTo>
                  <a:pt x="513" y="1"/>
                  <a:pt x="477" y="19"/>
                  <a:pt x="453" y="55"/>
                </a:cubicBezTo>
                <a:lnTo>
                  <a:pt x="358" y="150"/>
                </a:lnTo>
                <a:lnTo>
                  <a:pt x="263" y="55"/>
                </a:lnTo>
                <a:cubicBezTo>
                  <a:pt x="239" y="19"/>
                  <a:pt x="203" y="1"/>
                  <a:pt x="16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7" name="Google Shape;2815;p94">
            <a:extLst xmlns:a="http://schemas.openxmlformats.org/drawingml/2006/main">
              <a:ext uri="{FF2B5EF4-FFF2-40B4-BE49-F238E27FC236}">
                <a16:creationId xmlns:a16="http://schemas.microsoft.com/office/drawing/2014/main" id="{640AD4B2-060F-41CA-9145-8FE5217D1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037138" y="2075044"/>
            <a:ext cx="52167" cy="36287"/>
          </a:xfrm>
          <a:custGeom xmlns:a="http://schemas.openxmlformats.org/drawingml/2006/main">
            <a:rect l="l" t="t" r="r" b="b"/>
            <a:pathLst>
              <a:path w="715" h="490">
                <a:moveTo>
                  <a:pt x="164" y="1"/>
                </a:moveTo>
                <a:cubicBezTo>
                  <a:pt x="125" y="1"/>
                  <a:pt x="83" y="13"/>
                  <a:pt x="48" y="37"/>
                </a:cubicBezTo>
                <a:cubicBezTo>
                  <a:pt x="0" y="84"/>
                  <a:pt x="0" y="180"/>
                  <a:pt x="48" y="251"/>
                </a:cubicBezTo>
                <a:lnTo>
                  <a:pt x="238" y="442"/>
                </a:lnTo>
                <a:cubicBezTo>
                  <a:pt x="286" y="465"/>
                  <a:pt x="310" y="489"/>
                  <a:pt x="357" y="489"/>
                </a:cubicBezTo>
                <a:cubicBezTo>
                  <a:pt x="381" y="489"/>
                  <a:pt x="429" y="465"/>
                  <a:pt x="453" y="442"/>
                </a:cubicBezTo>
                <a:lnTo>
                  <a:pt x="667" y="251"/>
                </a:lnTo>
                <a:cubicBezTo>
                  <a:pt x="714" y="180"/>
                  <a:pt x="714" y="84"/>
                  <a:pt x="667" y="37"/>
                </a:cubicBezTo>
                <a:cubicBezTo>
                  <a:pt x="631" y="13"/>
                  <a:pt x="589" y="1"/>
                  <a:pt x="551" y="1"/>
                </a:cubicBezTo>
                <a:cubicBezTo>
                  <a:pt x="512" y="1"/>
                  <a:pt x="476" y="13"/>
                  <a:pt x="453" y="37"/>
                </a:cubicBezTo>
                <a:lnTo>
                  <a:pt x="357" y="132"/>
                </a:lnTo>
                <a:lnTo>
                  <a:pt x="262" y="37"/>
                </a:lnTo>
                <a:cubicBezTo>
                  <a:pt x="238" y="13"/>
                  <a:pt x="202" y="1"/>
                  <a:pt x="164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8" name="Google Shape;2816;p94">
            <a:extLst xmlns:a="http://schemas.openxmlformats.org/drawingml/2006/main">
              <a:ext uri="{FF2B5EF4-FFF2-40B4-BE49-F238E27FC236}">
                <a16:creationId xmlns:a16="http://schemas.microsoft.com/office/drawing/2014/main" id="{B9AD07CB-42EC-4E97-9880-D8764D386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151762" y="1905752"/>
            <a:ext cx="52240" cy="36287"/>
          </a:xfrm>
          <a:custGeom xmlns:a="http://schemas.openxmlformats.org/drawingml/2006/main">
            <a:rect l="l" t="t" r="r" b="b"/>
            <a:pathLst>
              <a:path w="716" h="490">
                <a:moveTo>
                  <a:pt x="168" y="1"/>
                </a:moveTo>
                <a:cubicBezTo>
                  <a:pt x="132" y="1"/>
                  <a:pt x="96" y="13"/>
                  <a:pt x="72" y="37"/>
                </a:cubicBezTo>
                <a:cubicBezTo>
                  <a:pt x="1" y="84"/>
                  <a:pt x="1" y="179"/>
                  <a:pt x="72" y="251"/>
                </a:cubicBezTo>
                <a:lnTo>
                  <a:pt x="263" y="441"/>
                </a:lnTo>
                <a:cubicBezTo>
                  <a:pt x="287" y="465"/>
                  <a:pt x="310" y="489"/>
                  <a:pt x="358" y="489"/>
                </a:cubicBezTo>
                <a:cubicBezTo>
                  <a:pt x="406" y="489"/>
                  <a:pt x="429" y="465"/>
                  <a:pt x="453" y="441"/>
                </a:cubicBezTo>
                <a:lnTo>
                  <a:pt x="668" y="251"/>
                </a:lnTo>
                <a:cubicBezTo>
                  <a:pt x="715" y="179"/>
                  <a:pt x="715" y="84"/>
                  <a:pt x="668" y="37"/>
                </a:cubicBezTo>
                <a:cubicBezTo>
                  <a:pt x="632" y="13"/>
                  <a:pt x="590" y="1"/>
                  <a:pt x="552" y="1"/>
                </a:cubicBezTo>
                <a:cubicBezTo>
                  <a:pt x="513" y="1"/>
                  <a:pt x="477" y="13"/>
                  <a:pt x="453" y="37"/>
                </a:cubicBezTo>
                <a:lnTo>
                  <a:pt x="358" y="132"/>
                </a:lnTo>
                <a:lnTo>
                  <a:pt x="263" y="37"/>
                </a:lnTo>
                <a:cubicBezTo>
                  <a:pt x="239" y="13"/>
                  <a:pt x="203" y="1"/>
                  <a:pt x="16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21184223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7C4FB34C-1F61-48B5-880F-B3DE7356C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7010" y="1396603"/>
            <a:ext cx="1504594" cy="1401168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57439397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620EBA3E-8021-4DE6-8498-282D4308AFC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ВЫБОР BACKBONE</a:t>
            </a:r>
          </a:p>
        </p:txBody>
      </p:sp>
      <p:cxnSp>
        <p:nvCxnSpPr>
          <p:cNvPr id="1957439493" name="Google Shape;2799;p94"/>
          <p:cNvCxnSpPr/>
          <p:nvPr/>
        </p:nvCxnSpPr>
        <p:spPr>
          <a:xfrm xmlns:a="http://schemas.openxmlformats.org/drawingml/2006/main" flipV="1">
            <a:off x="6843165" y="2119165"/>
            <a:ext cx="2489934" cy="12489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headEnd type="none" w="med" len="med"/>
            <a:tailEnd type="none" w="med" len="me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1218816"/>
      </p:ext>
    </p:extLst>
  </p:cSld>
</p:sld>
</file>

<file path=ppt/slides/slide7.xml><?xml version="1.0" encoding="utf-8"?>
<p:sld xmlns:p="http://schemas.openxmlformats.org/presentationml/2006/main" showMasterSp="1">
  <p:cSld>
    <p:bg>
      <p:bgPr>
        <a:blipFill xmlns:a="http://schemas.openxmlformats.org/drawingml/2006/main" rotWithShape="1">
          <a:blip xmlns:r="http://schemas.openxmlformats.org/officeDocument/2006/relationships" r:embed="R6c7df22e29f24080">
            <a:lum/>
          </a:blip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90471956" name="Скругленный 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0691B2DB-EAF6-4BAB-AAFF-64F270A23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70980009" name="Номер слайда 12">
            <a:extLst xmlns:a="http://schemas.openxmlformats.org/drawingml/2006/main">
              <a:ext uri="{FF2B5EF4-FFF2-40B4-BE49-F238E27FC236}">
                <a16:creationId xmlns:a16="http://schemas.microsoft.com/office/drawing/2014/main" id="{F27F1E01-9B2E-4FF5-8E0F-9309BD0149F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fld id="{D3D7D1C8-AE23-AA48-DF65-C742588DBE47}" type="slidenum">
              <a:rPr>
                <a:solidFill>
                  <a:schemeClr val="accent5"/>
                </a:solidFill>
              </a:rPr>
              <a:t>7</a:t>
            </a:fld>
          </a:p>
        </p:txBody>
      </p:sp>
      <p:sp>
        <p:nvSpPr>
          <p:cNvPr id="1845791128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DAFC6B83-2446-4E67-9197-5A618933EFCE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346075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FC3777"/>
                </a:solidFill>
              </a:rPr>
              <a:t>ВХОД</a:t>
            </a:r>
          </a:p>
        </p:txBody>
      </p:sp>
      <p:sp>
        <p:nvSpPr>
          <p:cNvPr id="175425605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81799234-48C6-4DFB-ACFF-B5E51D946C3A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346075" y="1814077"/>
            <a:ext cx="2526079" cy="1120685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JPEG + BBox. Один decode и единый crop для всех ветвей.</a:t>
            </a:r>
          </a:p>
        </p:txBody>
      </p:sp>
      <p:sp>
        <p:nvSpPr>
          <p:cNvPr id="567808411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6C5E7AE0-859C-4EC6-A02B-DEDF1DF5E61D}"/>
              </a:ext>
            </a:extLst>
          </p:cNvPr>
          <p:cNvSpPr>
            <a:spLocks xmlns:a="http://schemas.openxmlformats.org/drawingml/2006/main" noGrp="1"/>
          </p:cNvSpPr>
          <p:nvPr>
            <p:ph type="body" idx="28"/>
          </p:nvPr>
        </p:nvSpPr>
        <p:spPr>
          <a:xfrm xmlns:a="http://schemas.openxmlformats.org/drawingml/2006/main">
            <a:off x="4832960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FC3777"/>
                </a:solidFill>
              </a:rPr>
              <a:t>ПОИСК</a:t>
            </a:r>
          </a:p>
        </p:txBody>
      </p:sp>
      <p:sp>
        <p:nvSpPr>
          <p:cNvPr id="1063055699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CA5A0BB0-3AA0-4A00-9EDB-D6024B970B66}"/>
              </a:ext>
            </a:extLst>
          </p:cNvPr>
          <p:cNvSpPr>
            <a:spLocks xmlns:a="http://schemas.openxmlformats.org/drawingml/2006/main" noGrp="1"/>
          </p:cNvSpPr>
          <p:nvPr>
            <p:ph type="body" idx="29"/>
          </p:nvPr>
        </p:nvSpPr>
        <p:spPr>
          <a:xfrm xmlns:a="http://schemas.openxmlformats.org/drawingml/2006/main">
            <a:off x="4832960" y="1814077"/>
            <a:ext cx="2526079" cy="1120685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Cosine similarity по заранее рассчитанной static gallery; shortlist top‑50.</a:t>
            </a:r>
          </a:p>
        </p:txBody>
      </p:sp>
      <p:sp>
        <p:nvSpPr>
          <p:cNvPr id="1501354303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11CB69F1-33AF-4F1E-A6F0-29B3D2021003}"/>
              </a:ext>
            </a:extLst>
          </p:cNvPr>
          <p:cNvSpPr>
            <a:spLocks xmlns:a="http://schemas.openxmlformats.org/drawingml/2006/main" noGrp="1"/>
          </p:cNvSpPr>
          <p:nvPr>
            <p:ph type="body" idx="30"/>
          </p:nvPr>
        </p:nvSpPr>
        <p:spPr>
          <a:xfrm xmlns:a="http://schemas.openxmlformats.org/drawingml/2006/main">
            <a:off x="9330862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FC3777"/>
                </a:solidFill>
              </a:rPr>
              <a:t>РЕШЕНИЕ</a:t>
            </a:r>
          </a:p>
        </p:txBody>
      </p:sp>
      <p:sp>
        <p:nvSpPr>
          <p:cNvPr id="1321846474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1D099CC-54D1-431E-86E1-870600C90F74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9330862" y="1814077"/>
            <a:ext cx="2526079" cy="1120685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Top‑10 кандидатов + logistic open-set policy: принять top‑1 или отказать.</a:t>
            </a:r>
          </a:p>
        </p:txBody>
      </p:sp>
      <p:sp>
        <p:nvSpPr>
          <p:cNvPr id="21704065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9B9700D3-8C7B-45A3-A377-35A08F4012B9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2593517" y="4825338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FC3777"/>
                </a:solidFill>
              </a:rPr>
              <a:t>ПРИЗНАК</a:t>
            </a:r>
          </a:p>
        </p:txBody>
      </p:sp>
      <p:sp>
        <p:nvSpPr>
          <p:cNvPr id="85298067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5731EA59-4B0E-47C7-98B0-A29532698716}"/>
              </a:ext>
            </a:extLst>
          </p:cNvPr>
          <p:cNvSpPr>
            <a:spLocks xmlns:a="http://schemas.openxmlformats.org/drawingml/2006/main" noGrp="1"/>
          </p:cNvSpPr>
          <p:nvPr>
            <p:ph type="body" idx="33"/>
          </p:nvPr>
        </p:nvSpPr>
        <p:spPr>
          <a:xfrm xmlns:a="http://schemas.openxmlformats.org/drawingml/2006/main">
            <a:off x="2593517" y="5181340"/>
            <a:ext cx="2526079" cy="1120685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OSNet + DINOv2 + ConvNeXt + HSV → 1792‑d L2 descriptor.</a:t>
            </a:r>
          </a:p>
        </p:txBody>
      </p:sp>
      <p:sp>
        <p:nvSpPr>
          <p:cNvPr id="58284361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F38BD05B-A971-4361-B7F3-0CA458F53641}"/>
              </a:ext>
            </a:extLst>
          </p:cNvPr>
          <p:cNvSpPr>
            <a:spLocks xmlns:a="http://schemas.openxmlformats.org/drawingml/2006/main" noGrp="1"/>
          </p:cNvSpPr>
          <p:nvPr>
            <p:ph type="body" idx="34"/>
          </p:nvPr>
        </p:nvSpPr>
        <p:spPr>
          <a:xfrm xmlns:a="http://schemas.openxmlformats.org/drawingml/2006/main">
            <a:off x="7080402" y="4825338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FC3777"/>
                </a:solidFill>
              </a:rPr>
              <a:t>ПРОВЕРКА</a:t>
            </a:r>
          </a:p>
        </p:txBody>
      </p:sp>
      <p:sp>
        <p:nvSpPr>
          <p:cNvPr id="1837104852" name="Текст 10">
            <a:extLst xmlns:a="http://schemas.openxmlformats.org/drawingml/2006/main">
              <a:ext uri="{FF2B5EF4-FFF2-40B4-BE49-F238E27FC236}">
                <a16:creationId xmlns:a16="http://schemas.microsoft.com/office/drawing/2014/main" id="{80B35A3B-04B4-4331-A2D4-A43994B93880}"/>
              </a:ext>
            </a:extLst>
          </p:cNvPr>
          <p:cNvSpPr>
            <a:spLocks xmlns:a="http://schemas.openxmlformats.org/drawingml/2006/main" noGrp="1"/>
          </p:cNvSpPr>
          <p:nvPr>
            <p:ph type="body" idx="35"/>
          </p:nvPr>
        </p:nvSpPr>
        <p:spPr>
          <a:xfrm xmlns:a="http://schemas.openxmlformats.org/drawingml/2006/main">
            <a:off x="7080402" y="5181340"/>
            <a:ext cx="2526079" cy="1120685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DINO tokens/patches, pair verifier, LambdaRank и family GNN переставляют top‑25.</a:t>
            </a:r>
          </a:p>
        </p:txBody>
      </p:sp>
      <p:sp>
        <p:nvSpPr>
          <p:cNvPr id="1731368653" name="Прямая соединительная линия 33">
            <a:extLst xmlns:a="http://schemas.openxmlformats.org/drawingml/2006/main">
              <a:ext uri="{FF2B5EF4-FFF2-40B4-BE49-F238E27FC236}">
                <a16:creationId xmlns:a16="http://schemas.microsoft.com/office/drawing/2014/main" id="{79BFEF18-26F7-43D0-BD2B-491609911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5940" y="3860224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024670215" name="Прямая соединительная линия 34">
            <a:extLst xmlns:a="http://schemas.openxmlformats.org/drawingml/2006/main">
              <a:ext uri="{FF2B5EF4-FFF2-40B4-BE49-F238E27FC236}">
                <a16:creationId xmlns:a16="http://schemas.microsoft.com/office/drawing/2014/main" id="{9C80D890-FB3F-43A3-9B4B-F0876D338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2137" y="3862139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20144373" name="Прямая соединительная линия 35">
            <a:extLst xmlns:a="http://schemas.openxmlformats.org/drawingml/2006/main">
              <a:ext uri="{FF2B5EF4-FFF2-40B4-BE49-F238E27FC236}">
                <a16:creationId xmlns:a16="http://schemas.microsoft.com/office/drawing/2014/main" id="{71E6D639-913A-4396-B4A6-7FEE14FBA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334" y="3862139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934664500" name="Прямая соединительная линия 36">
            <a:extLst xmlns:a="http://schemas.openxmlformats.org/drawingml/2006/main">
              <a:ext uri="{FF2B5EF4-FFF2-40B4-BE49-F238E27FC236}">
                <a16:creationId xmlns:a16="http://schemas.microsoft.com/office/drawing/2014/main" id="{B9FB534B-DF89-4008-A203-80408D59B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0467" y="3862139"/>
            <a:ext cx="1332545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05829465" name="Прямая соединительная линия 37">
            <a:extLst xmlns:a="http://schemas.openxmlformats.org/drawingml/2006/main">
              <a:ext uri="{FF2B5EF4-FFF2-40B4-BE49-F238E27FC236}">
                <a16:creationId xmlns:a16="http://schemas.microsoft.com/office/drawing/2014/main" id="{6D485B4F-5D55-497B-A3CB-BC0E160F5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114" y="2934762"/>
            <a:ext cx="1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792336023" name="Прямая соединительная линия 38">
            <a:extLst xmlns:a="http://schemas.openxmlformats.org/drawingml/2006/main">
              <a:ext uri="{FF2B5EF4-FFF2-40B4-BE49-F238E27FC236}">
                <a16:creationId xmlns:a16="http://schemas.microsoft.com/office/drawing/2014/main" id="{B0D9170A-0269-48D0-8BAF-026F638CB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5312" y="4216228"/>
            <a:ext cx="1245" cy="575062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66998851" name="Прямая соединительная линия 39">
            <a:extLst xmlns:a="http://schemas.openxmlformats.org/drawingml/2006/main">
              <a:ext uri="{FF2B5EF4-FFF2-40B4-BE49-F238E27FC236}">
                <a16:creationId xmlns:a16="http://schemas.microsoft.com/office/drawing/2014/main" id="{FA2055B8-8EED-4278-AEF2-CC7F65C42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34762"/>
            <a:ext cx="5509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907937511" name="Прямая соединительная линия 40">
            <a:extLst xmlns:a="http://schemas.openxmlformats.org/drawingml/2006/main">
              <a:ext uri="{FF2B5EF4-FFF2-40B4-BE49-F238E27FC236}">
                <a16:creationId xmlns:a16="http://schemas.microsoft.com/office/drawing/2014/main" id="{546A02D4-6851-4267-B1E6-88C68F0BA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8343442" y="4216228"/>
            <a:ext cx="4264" cy="575062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757810320" name="Прямая соединительная линия 41">
            <a:extLst xmlns:a="http://schemas.openxmlformats.org/drawingml/2006/main">
              <a:ext uri="{FF2B5EF4-FFF2-40B4-BE49-F238E27FC236}">
                <a16:creationId xmlns:a16="http://schemas.microsoft.com/office/drawing/2014/main" id="{CBA4F9B3-F47F-4D39-8B38-721DDCAB9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3901" y="2934762"/>
            <a:ext cx="1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58751272" name="Скругленный прямоугольник 42">
            <a:extLst xmlns:a="http://schemas.openxmlformats.org/drawingml/2006/main">
              <a:ext uri="{FF2B5EF4-FFF2-40B4-BE49-F238E27FC236}">
                <a16:creationId xmlns:a16="http://schemas.microsoft.com/office/drawing/2014/main" id="{CF231F77-CDCF-49A7-9FE8-9D1867243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1126" y="3508049"/>
            <a:ext cx="874814" cy="708179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1</a:t>
            </a:r>
          </a:p>
        </p:txBody>
      </p:sp>
      <p:sp>
        <p:nvSpPr>
          <p:cNvPr id="812859897" name="Скругленный прямоугольник 43">
            <a:extLst xmlns:a="http://schemas.openxmlformats.org/drawingml/2006/main">
              <a:ext uri="{FF2B5EF4-FFF2-40B4-BE49-F238E27FC236}">
                <a16:creationId xmlns:a16="http://schemas.microsoft.com/office/drawing/2014/main" id="{37D87DB0-31F2-446F-8DE7-424D71D10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2397" y="3506136"/>
            <a:ext cx="874814" cy="708179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2</a:t>
            </a:r>
          </a:p>
        </p:txBody>
      </p:sp>
      <p:sp>
        <p:nvSpPr>
          <p:cNvPr id="108934526" name="Скругленный прямоугольник 44">
            <a:extLst xmlns:a="http://schemas.openxmlformats.org/drawingml/2006/main">
              <a:ext uri="{FF2B5EF4-FFF2-40B4-BE49-F238E27FC236}">
                <a16:creationId xmlns:a16="http://schemas.microsoft.com/office/drawing/2014/main" id="{CC439717-08AA-4BF8-8535-722CE7ADE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8594" y="3516255"/>
            <a:ext cx="874814" cy="708179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3</a:t>
            </a:r>
          </a:p>
        </p:txBody>
      </p:sp>
      <p:sp>
        <p:nvSpPr>
          <p:cNvPr id="1741896490" name="Скругленный прямоугольник 52">
            <a:extLst xmlns:a="http://schemas.openxmlformats.org/drawingml/2006/main">
              <a:ext uri="{FF2B5EF4-FFF2-40B4-BE49-F238E27FC236}">
                <a16:creationId xmlns:a16="http://schemas.microsoft.com/office/drawing/2014/main" id="{B11E4735-E292-417C-AB3C-96FBF76ED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9752" y="3506134"/>
            <a:ext cx="874814" cy="708179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4</a:t>
            </a:r>
          </a:p>
        </p:txBody>
      </p:sp>
      <p:sp>
        <p:nvSpPr>
          <p:cNvPr id="1007682587" name="Скругленный прямоугольник 53">
            <a:extLst xmlns:a="http://schemas.openxmlformats.org/drawingml/2006/main">
              <a:ext uri="{FF2B5EF4-FFF2-40B4-BE49-F238E27FC236}">
                <a16:creationId xmlns:a16="http://schemas.microsoft.com/office/drawing/2014/main" id="{54B6BCE1-405A-469F-AC68-C02A319B4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3011" y="3538625"/>
            <a:ext cx="874814" cy="708179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5</a:t>
            </a:r>
          </a:p>
        </p:txBody>
      </p:sp>
      <p:sp>
        <p:nvSpPr>
          <p:cNvPr id="1475492823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4AC444F8-A2CC-46E8-98AC-7BE9F4E758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АРХИТЕКТУРА</a:t>
            </a:r>
          </a:p>
        </p:txBody>
      </p:sp>
      <p:sp>
        <p:nvSpPr>
          <p:cNvPr id="1473606708" name="Скругленный 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650A4214-FB78-433C-B4B1-E03ACD048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4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86179979" name="Скругленный прямоугольник 15">
            <a:extLst xmlns:a="http://schemas.openxmlformats.org/drawingml/2006/main">
              <a:ext uri="{FF2B5EF4-FFF2-40B4-BE49-F238E27FC236}">
                <a16:creationId xmlns:a16="http://schemas.microsoft.com/office/drawing/2014/main" id="{71481603-7CA9-4036-B99B-D1742455C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41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053687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C351E3DD-2601-41A4-A2DA-F093BA94A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8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93685711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734A3730-7272-484F-A700-51121D7EF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1878" y="4825338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24313899" name="Скругленный 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DE7F75AD-2B5F-419C-BC5E-08FF8995F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8708" y="4791290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1730402329"/>
      </p:ext>
    </p:extLst>
  </p:cSld>
</p:sld>
</file>

<file path=ppt/slides/slide8.xml><?xml version="1.0" encoding="utf-8"?>
<p:sld xmlns:p="http://schemas.openxmlformats.org/presentationml/2006/main" showMasterSp="1">
  <p:cSld>
    <p:bg>
      <p:bgPr>
        <a:blipFill xmlns:a="http://schemas.openxmlformats.org/drawingml/2006/main" rotWithShape="1">
          <a:blip xmlns:r="http://schemas.openxmlformats.org/officeDocument/2006/relationships" r:embed="R9a48588905d44379">
            <a:lum/>
          </a:blip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42862613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33B311ED-26AA-48A7-86A8-E1A109A91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82014152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14BB1E2E-7077-4C6A-A8F3-3437BF15F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1366423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1388613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3C7ABC0A-807D-4AE0-A506-E18BC10A2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2377094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33510201" name="Скругленный 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35AD820B-DCD5-45FA-B890-860845278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3387765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421930" name="Скругленный 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1EFE7B9A-3298-47ED-B76A-7E45AE530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4398436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66391307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F7EC975B-7D3A-48D5-ACD2-8D1FFBDBB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5409107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71517961" name="Скругленный 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2C77FDE2-0763-4A02-9623-89A79259C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366423"/>
            <a:ext cx="5389562" cy="4834351"/>
          </a:xfrm>
          <a:prstGeom xmlns:a="http://schemas.openxmlformats.org/drawingml/2006/main" prst="roundRect">
            <a:avLst>
              <a:gd name="adj" fmla="val 291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68307345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C338025A-13E4-4E9A-8BA6-5BFBDBAAAA7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623887" y="1732103"/>
            <a:ext cx="4734174" cy="41393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2D1451"/>
                </a:solidFill>
              </a:rPr>
              <a:t>Один автомобиль спереди и сзади визуально различается сильнее, чем две машины одной модели. Поэтому мы не полагаемся на один глобальный embedding: объединяем ReID-признак, локальные части, DINO patch tokens и независимую CNN-ветвь. Камера используется только для честной маски junk при validation — не на inference.</a:t>
            </a:r>
          </a:p>
        </p:txBody>
      </p:sp>
      <p:sp>
        <p:nvSpPr>
          <p:cNvPr id="90602484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F803DEF3-ACB0-498A-96A1-413D68014C91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6172730" y="1445505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01 · Единый crop/resize и нормализация цвета</a:t>
            </a:r>
          </a:p>
        </p:txBody>
      </p:sp>
      <p:sp>
        <p:nvSpPr>
          <p:cNvPr id="210202592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9FD43855-64E3-4233-9C9F-E2C731ECED4B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172730" y="2472872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02 · Part descriptors связывают устойчивые зоны кузова</a:t>
            </a:r>
          </a:p>
        </p:txBody>
      </p:sp>
      <p:sp>
        <p:nvSpPr>
          <p:cNvPr id="1984634015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62ED7771-6887-45D8-A657-5519249B4578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6172730" y="3485922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03 · DINO patch correspondences сравнивают локальные детали</a:t>
            </a:r>
          </a:p>
        </p:txBody>
      </p:sp>
      <p:sp>
        <p:nvSpPr>
          <p:cNvPr id="106598996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299AB7A3-02C5-4A0B-A453-F4E6D26AB990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172730" y="4496593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04 · Три backbone снижают корреляцию ошибок</a:t>
            </a:r>
          </a:p>
        </p:txBody>
      </p:sp>
      <p:sp>
        <p:nvSpPr>
          <p:cNvPr id="190845042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23A7412-A81D-4ECB-8645-2AC7A90D1CC7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6172730" y="5516924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05 · Cross-camera validation не вознаграждает фон камеры</a:t>
            </a:r>
          </a:p>
        </p:txBody>
      </p:sp>
      <p:sp>
        <p:nvSpPr>
          <p:cNvPr id="1065763849" name="Номер слайда 9">
            <a:extLst xmlns:a="http://schemas.openxmlformats.org/drawingml/2006/main">
              <a:ext uri="{FF2B5EF4-FFF2-40B4-BE49-F238E27FC236}">
                <a16:creationId xmlns:a16="http://schemas.microsoft.com/office/drawing/2014/main" id="{265DAF85-FABC-4FD6-A2B4-0ADB604538C9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33200" y="6356350"/>
            <a:ext cx="558800" cy="365125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fld id="{BA58DA2A-B818-18A9-29C1-B697728D5BCE}" type="slidenum">
              <a:rPr>
                <a:solidFill>
                  <a:schemeClr val="accent5"/>
                </a:solidFill>
              </a:rPr>
              <a:t>8</a:t>
            </a:fld>
          </a:p>
        </p:txBody>
      </p:sp>
      <p:sp>
        <p:nvSpPr>
          <p:cNvPr id="1290914196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15139632-DAA6-4BC1-A671-A0FFAC3C0A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РАКУРС И СВЕТ</a:t>
            </a:r>
          </a:p>
        </p:txBody>
      </p:sp>
    </p:spTree>
    <p:extLst>
      <p:ext uri="{BB962C8B-B14F-4D97-AF65-F5344CB8AC3E}">
        <p14:creationId xmlns:p14="http://schemas.microsoft.com/office/powerpoint/2010/main" val="281903813"/>
      </p:ext>
    </p:extLst>
  </p:cSld>
</p:sld>
</file>

<file path=ppt/slides/slide9.xml><?xml version="1.0" encoding="utf-8"?>
<p:sld xmlns:p="http://schemas.openxmlformats.org/presentationml/2006/main" showMasterSp="1">
  <p:cSld>
    <p:bg>
      <p:bgPr>
        <a:blipFill xmlns:a="http://schemas.openxmlformats.org/drawingml/2006/main" rotWithShape="1">
          <a:blip xmlns:r="http://schemas.openxmlformats.org/officeDocument/2006/relationships" r:embed="Re2a25f03816a463d">
            <a:lum/>
          </a:blip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90471956" name="Скругленный 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0691B2DB-EAF6-4BAB-AAFF-64F270A23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70980009" name="Номер слайда 12">
            <a:extLst xmlns:a="http://schemas.openxmlformats.org/drawingml/2006/main">
              <a:ext uri="{FF2B5EF4-FFF2-40B4-BE49-F238E27FC236}">
                <a16:creationId xmlns:a16="http://schemas.microsoft.com/office/drawing/2014/main" id="{F27F1E01-9B2E-4FF5-8E0F-9309BD0149F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fld id="{388657AE-30A1-5A7A-6A7F-315D84436430}" type="slidenum">
              <a:rPr>
                <a:solidFill>
                  <a:schemeClr val="accent5"/>
                </a:solidFill>
              </a:rPr>
              <a:t>9</a:t>
            </a:fld>
          </a:p>
        </p:txBody>
      </p:sp>
      <p:sp>
        <p:nvSpPr>
          <p:cNvPr id="1845791128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DAFC6B83-2446-4E67-9197-5A618933EFCE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346075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FC3777"/>
                </a:solidFill>
              </a:rPr>
              <a:t>ЗАПРОС</a:t>
            </a:r>
          </a:p>
        </p:txBody>
      </p:sp>
      <p:sp>
        <p:nvSpPr>
          <p:cNvPr id="175425605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81799234-48C6-4DFB-ACFF-B5E51D946C3A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346075" y="1814077"/>
            <a:ext cx="2526079" cy="1120685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Оператор передаёт изображение и BBox транспортного средства.</a:t>
            </a:r>
          </a:p>
        </p:txBody>
      </p:sp>
      <p:sp>
        <p:nvSpPr>
          <p:cNvPr id="567808411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6C5E7AE0-859C-4EC6-A02B-DEDF1DF5E61D}"/>
              </a:ext>
            </a:extLst>
          </p:cNvPr>
          <p:cNvSpPr>
            <a:spLocks xmlns:a="http://schemas.openxmlformats.org/drawingml/2006/main" noGrp="1"/>
          </p:cNvSpPr>
          <p:nvPr>
            <p:ph type="body" idx="28"/>
          </p:nvPr>
        </p:nvSpPr>
        <p:spPr>
          <a:xfrm xmlns:a="http://schemas.openxmlformats.org/drawingml/2006/main">
            <a:off x="4832960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FC3777"/>
                </a:solidFill>
              </a:rPr>
              <a:t>ПОИСК</a:t>
            </a:r>
          </a:p>
        </p:txBody>
      </p:sp>
      <p:sp>
        <p:nvSpPr>
          <p:cNvPr id="1063055699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CA5A0BB0-3AA0-4A00-9EDB-D6024B970B66}"/>
              </a:ext>
            </a:extLst>
          </p:cNvPr>
          <p:cNvSpPr>
            <a:spLocks xmlns:a="http://schemas.openxmlformats.org/drawingml/2006/main" noGrp="1"/>
          </p:cNvSpPr>
          <p:nvPr>
            <p:ph type="body" idx="29"/>
          </p:nvPr>
        </p:nvSpPr>
        <p:spPr>
          <a:xfrm xmlns:a="http://schemas.openxmlformats.org/drawingml/2006/main">
            <a:off x="4832960" y="1814077"/>
            <a:ext cx="2526079" cy="1120685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Индекс gallery возвращает 50 наиболее близких кандидатов.</a:t>
            </a:r>
          </a:p>
        </p:txBody>
      </p:sp>
      <p:sp>
        <p:nvSpPr>
          <p:cNvPr id="1501354303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11CB69F1-33AF-4F1E-A6F0-29B3D2021003}"/>
              </a:ext>
            </a:extLst>
          </p:cNvPr>
          <p:cNvSpPr>
            <a:spLocks xmlns:a="http://schemas.openxmlformats.org/drawingml/2006/main" noGrp="1"/>
          </p:cNvSpPr>
          <p:nvPr>
            <p:ph type="body" idx="30"/>
          </p:nvPr>
        </p:nvSpPr>
        <p:spPr>
          <a:xfrm xmlns:a="http://schemas.openxmlformats.org/drawingml/2006/main">
            <a:off x="9330862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FC3777"/>
                </a:solidFill>
              </a:rPr>
              <a:t>ОТВЕТ</a:t>
            </a:r>
          </a:p>
        </p:txBody>
      </p:sp>
      <p:sp>
        <p:nvSpPr>
          <p:cNvPr id="1321846474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1D099CC-54D1-431E-86E1-870600C90F74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9330862" y="1814077"/>
            <a:ext cx="2526079" cy="1120685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Интерфейс показывает top‑10 и сообщает: top‑1 принят или требуется отказ.</a:t>
            </a:r>
          </a:p>
        </p:txBody>
      </p:sp>
      <p:sp>
        <p:nvSpPr>
          <p:cNvPr id="21704065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9B9700D3-8C7B-45A3-A377-35A08F4012B9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2593517" y="4825338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FC3777"/>
                </a:solidFill>
              </a:rPr>
              <a:t>ПРИЗНАК</a:t>
            </a:r>
          </a:p>
        </p:txBody>
      </p:sp>
      <p:sp>
        <p:nvSpPr>
          <p:cNvPr id="85298067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5731EA59-4B0E-47C7-98B0-A29532698716}"/>
              </a:ext>
            </a:extLst>
          </p:cNvPr>
          <p:cNvSpPr>
            <a:spLocks xmlns:a="http://schemas.openxmlformats.org/drawingml/2006/main" noGrp="1"/>
          </p:cNvSpPr>
          <p:nvPr>
            <p:ph type="body" idx="33"/>
          </p:nvPr>
        </p:nvSpPr>
        <p:spPr>
          <a:xfrm xmlns:a="http://schemas.openxmlformats.org/drawingml/2006/main">
            <a:off x="2593517" y="5181340"/>
            <a:ext cx="2526079" cy="1120685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Сервис одним проходом извлекает три визуальных сигнала.</a:t>
            </a:r>
          </a:p>
        </p:txBody>
      </p:sp>
      <p:sp>
        <p:nvSpPr>
          <p:cNvPr id="58284361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F38BD05B-A971-4361-B7F3-0CA458F53641}"/>
              </a:ext>
            </a:extLst>
          </p:cNvPr>
          <p:cNvSpPr>
            <a:spLocks xmlns:a="http://schemas.openxmlformats.org/drawingml/2006/main" noGrp="1"/>
          </p:cNvSpPr>
          <p:nvPr>
            <p:ph type="body" idx="34"/>
          </p:nvPr>
        </p:nvSpPr>
        <p:spPr>
          <a:xfrm xmlns:a="http://schemas.openxmlformats.org/drawingml/2006/main">
            <a:off x="7080402" y="4825338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FC3777"/>
                </a:solidFill>
              </a:rPr>
              <a:t>RERANK</a:t>
            </a:r>
          </a:p>
        </p:txBody>
      </p:sp>
      <p:sp>
        <p:nvSpPr>
          <p:cNvPr id="1837104852" name="Текст 10">
            <a:extLst xmlns:a="http://schemas.openxmlformats.org/drawingml/2006/main">
              <a:ext uri="{FF2B5EF4-FFF2-40B4-BE49-F238E27FC236}">
                <a16:creationId xmlns:a16="http://schemas.microsoft.com/office/drawing/2014/main" id="{80B35A3B-04B4-4331-A2D4-A43994B93880}"/>
              </a:ext>
            </a:extLst>
          </p:cNvPr>
          <p:cNvSpPr>
            <a:spLocks xmlns:a="http://schemas.openxmlformats.org/drawingml/2006/main" noGrp="1"/>
          </p:cNvSpPr>
          <p:nvPr>
            <p:ph type="body" idx="35"/>
          </p:nvPr>
        </p:nvSpPr>
        <p:spPr>
          <a:xfrm xmlns:a="http://schemas.openxmlformats.org/drawingml/2006/main">
            <a:off x="7080402" y="5181340"/>
            <a:ext cx="2526079" cy="1120685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Локальные признаки уточняют порядок первых 25 изображений.</a:t>
            </a:r>
          </a:p>
        </p:txBody>
      </p:sp>
      <p:sp>
        <p:nvSpPr>
          <p:cNvPr id="1731368653" name="Прямая соединительная линия 33">
            <a:extLst xmlns:a="http://schemas.openxmlformats.org/drawingml/2006/main">
              <a:ext uri="{FF2B5EF4-FFF2-40B4-BE49-F238E27FC236}">
                <a16:creationId xmlns:a16="http://schemas.microsoft.com/office/drawing/2014/main" id="{79BFEF18-26F7-43D0-BD2B-491609911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5940" y="3860224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024670215" name="Прямая соединительная линия 34">
            <a:extLst xmlns:a="http://schemas.openxmlformats.org/drawingml/2006/main">
              <a:ext uri="{FF2B5EF4-FFF2-40B4-BE49-F238E27FC236}">
                <a16:creationId xmlns:a16="http://schemas.microsoft.com/office/drawing/2014/main" id="{9C80D890-FB3F-43A3-9B4B-F0876D338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2137" y="3862139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20144373" name="Прямая соединительная линия 35">
            <a:extLst xmlns:a="http://schemas.openxmlformats.org/drawingml/2006/main">
              <a:ext uri="{FF2B5EF4-FFF2-40B4-BE49-F238E27FC236}">
                <a16:creationId xmlns:a16="http://schemas.microsoft.com/office/drawing/2014/main" id="{71E6D639-913A-4396-B4A6-7FEE14FBA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334" y="3862139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934664500" name="Прямая соединительная линия 36">
            <a:extLst xmlns:a="http://schemas.openxmlformats.org/drawingml/2006/main">
              <a:ext uri="{FF2B5EF4-FFF2-40B4-BE49-F238E27FC236}">
                <a16:creationId xmlns:a16="http://schemas.microsoft.com/office/drawing/2014/main" id="{B9FB534B-DF89-4008-A203-80408D59B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0467" y="3862139"/>
            <a:ext cx="1332545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05829465" name="Прямая соединительная линия 37">
            <a:extLst xmlns:a="http://schemas.openxmlformats.org/drawingml/2006/main">
              <a:ext uri="{FF2B5EF4-FFF2-40B4-BE49-F238E27FC236}">
                <a16:creationId xmlns:a16="http://schemas.microsoft.com/office/drawing/2014/main" id="{6D485B4F-5D55-497B-A3CB-BC0E160F5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114" y="2934762"/>
            <a:ext cx="1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792336023" name="Прямая соединительная линия 38">
            <a:extLst xmlns:a="http://schemas.openxmlformats.org/drawingml/2006/main">
              <a:ext uri="{FF2B5EF4-FFF2-40B4-BE49-F238E27FC236}">
                <a16:creationId xmlns:a16="http://schemas.microsoft.com/office/drawing/2014/main" id="{B0D9170A-0269-48D0-8BAF-026F638CB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5312" y="4216228"/>
            <a:ext cx="1245" cy="575062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66998851" name="Прямая соединительная линия 39">
            <a:extLst xmlns:a="http://schemas.openxmlformats.org/drawingml/2006/main">
              <a:ext uri="{FF2B5EF4-FFF2-40B4-BE49-F238E27FC236}">
                <a16:creationId xmlns:a16="http://schemas.microsoft.com/office/drawing/2014/main" id="{FA2055B8-8EED-4278-AEF2-CC7F65C42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34762"/>
            <a:ext cx="5509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907937511" name="Прямая соединительная линия 40">
            <a:extLst xmlns:a="http://schemas.openxmlformats.org/drawingml/2006/main">
              <a:ext uri="{FF2B5EF4-FFF2-40B4-BE49-F238E27FC236}">
                <a16:creationId xmlns:a16="http://schemas.microsoft.com/office/drawing/2014/main" id="{546A02D4-6851-4267-B1E6-88C68F0BA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8343442" y="4216228"/>
            <a:ext cx="4264" cy="575062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757810320" name="Прямая соединительная линия 41">
            <a:extLst xmlns:a="http://schemas.openxmlformats.org/drawingml/2006/main">
              <a:ext uri="{FF2B5EF4-FFF2-40B4-BE49-F238E27FC236}">
                <a16:creationId xmlns:a16="http://schemas.microsoft.com/office/drawing/2014/main" id="{CBA4F9B3-F47F-4D39-8B38-721DDCAB9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3901" y="2934762"/>
            <a:ext cx="1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58751272" name="Скругленный прямоугольник 42">
            <a:extLst xmlns:a="http://schemas.openxmlformats.org/drawingml/2006/main">
              <a:ext uri="{FF2B5EF4-FFF2-40B4-BE49-F238E27FC236}">
                <a16:creationId xmlns:a16="http://schemas.microsoft.com/office/drawing/2014/main" id="{CF231F77-CDCF-49A7-9FE8-9D1867243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1126" y="3508049"/>
            <a:ext cx="874814" cy="708179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1</a:t>
            </a:r>
          </a:p>
        </p:txBody>
      </p:sp>
      <p:sp>
        <p:nvSpPr>
          <p:cNvPr id="812859897" name="Скругленный прямоугольник 43">
            <a:extLst xmlns:a="http://schemas.openxmlformats.org/drawingml/2006/main">
              <a:ext uri="{FF2B5EF4-FFF2-40B4-BE49-F238E27FC236}">
                <a16:creationId xmlns:a16="http://schemas.microsoft.com/office/drawing/2014/main" id="{37D87DB0-31F2-446F-8DE7-424D71D10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2397" y="3506136"/>
            <a:ext cx="874814" cy="708179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2</a:t>
            </a:r>
          </a:p>
        </p:txBody>
      </p:sp>
      <p:sp>
        <p:nvSpPr>
          <p:cNvPr id="108934526" name="Скругленный прямоугольник 44">
            <a:extLst xmlns:a="http://schemas.openxmlformats.org/drawingml/2006/main">
              <a:ext uri="{FF2B5EF4-FFF2-40B4-BE49-F238E27FC236}">
                <a16:creationId xmlns:a16="http://schemas.microsoft.com/office/drawing/2014/main" id="{CC439717-08AA-4BF8-8535-722CE7ADE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8594" y="3516255"/>
            <a:ext cx="874814" cy="708179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3</a:t>
            </a:r>
          </a:p>
        </p:txBody>
      </p:sp>
      <p:sp>
        <p:nvSpPr>
          <p:cNvPr id="1741896490" name="Скругленный прямоугольник 52">
            <a:extLst xmlns:a="http://schemas.openxmlformats.org/drawingml/2006/main">
              <a:ext uri="{FF2B5EF4-FFF2-40B4-BE49-F238E27FC236}">
                <a16:creationId xmlns:a16="http://schemas.microsoft.com/office/drawing/2014/main" id="{B11E4735-E292-417C-AB3C-96FBF76ED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9752" y="3506134"/>
            <a:ext cx="874814" cy="708179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4</a:t>
            </a:r>
          </a:p>
        </p:txBody>
      </p:sp>
      <p:sp>
        <p:nvSpPr>
          <p:cNvPr id="1007682587" name="Скругленный прямоугольник 53">
            <a:extLst xmlns:a="http://schemas.openxmlformats.org/drawingml/2006/main">
              <a:ext uri="{FF2B5EF4-FFF2-40B4-BE49-F238E27FC236}">
                <a16:creationId xmlns:a16="http://schemas.microsoft.com/office/drawing/2014/main" id="{54B6BCE1-405A-469F-AC68-C02A319B4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3011" y="3538625"/>
            <a:ext cx="874814" cy="708179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5</a:t>
            </a:r>
          </a:p>
        </p:txBody>
      </p:sp>
      <p:sp>
        <p:nvSpPr>
          <p:cNvPr id="1475492823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4AC444F8-A2CC-46E8-98AC-7BE9F4E758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ПУТЬ ОПЕРАТОРА</a:t>
            </a:r>
          </a:p>
        </p:txBody>
      </p:sp>
      <p:sp>
        <p:nvSpPr>
          <p:cNvPr id="1473606708" name="Скругленный 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650A4214-FB78-433C-B4B1-E03ACD048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4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86179979" name="Скругленный прямоугольник 15">
            <a:extLst xmlns:a="http://schemas.openxmlformats.org/drawingml/2006/main">
              <a:ext uri="{FF2B5EF4-FFF2-40B4-BE49-F238E27FC236}">
                <a16:creationId xmlns:a16="http://schemas.microsoft.com/office/drawing/2014/main" id="{71481603-7CA9-4036-B99B-D1742455C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41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053687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C351E3DD-2601-41A4-A2DA-F093BA94A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8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93685711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734A3730-7272-484F-A700-51121D7EF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1878" y="4825338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24313899" name="Скругленный 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DE7F75AD-2B5F-419C-BC5E-08FF8995F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8708" y="4791290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1730402329"/>
      </p:ext>
    </p:extLst>
  </p:cSld>
</p:sld>
</file>

<file path=ppt/slides/slide10.xml><?xml version="1.0" encoding="utf-8"?>
<p:sld xmlns:p="http://schemas.openxmlformats.org/presentationml/2006/main" showMasterSp="1">
  <p:cSld>
    <p:bg>
      <p:bgPr>
        <a:blipFill xmlns:a="http://schemas.openxmlformats.org/drawingml/2006/main" rotWithShape="1">
          <a:blip xmlns:r="http://schemas.openxmlformats.org/officeDocument/2006/relationships" r:embed="R61df1af42a074043">
            <a:lum/>
          </a:blip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13425051" name="Скругленный 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0B6E3F60-8E53-454D-A762-1FE0158C1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47188"/>
            <a:ext cx="5570538" cy="1666934"/>
          </a:xfrm>
          <a:prstGeom xmlns:a="http://schemas.openxmlformats.org/drawingml/2006/main" prst="roundRect">
            <a:avLst>
              <a:gd name="adj" fmla="val 8775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50671869" name="Скругленный 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1C692ED3-9369-4C51-B8C0-BB2C1A638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32356"/>
            <a:ext cx="5570538" cy="1666934"/>
          </a:xfrm>
          <a:prstGeom xmlns:a="http://schemas.openxmlformats.org/drawingml/2006/main" prst="roundRect">
            <a:avLst>
              <a:gd name="adj" fmla="val 8775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9896725" name="Скругленный 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A60E1FE1-D6EA-4D52-8DF2-450D68BCB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917525"/>
            <a:ext cx="5570538" cy="1666934"/>
          </a:xfrm>
          <a:prstGeom xmlns:a="http://schemas.openxmlformats.org/drawingml/2006/main" prst="roundRect">
            <a:avLst>
              <a:gd name="adj" fmla="val 8775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05219055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0F6D39EC-C779-4ACB-B16F-6C3997CBC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06338296" name="Номер слайда 8">
            <a:extLst xmlns:a="http://schemas.openxmlformats.org/drawingml/2006/main">
              <a:ext uri="{FF2B5EF4-FFF2-40B4-BE49-F238E27FC236}">
                <a16:creationId xmlns:a16="http://schemas.microsoft.com/office/drawing/2014/main" id="{A52E35CD-FE89-497B-B434-CC3C06691DF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fld id="{DB7BEEEC-A170-5376-2B6E-CB54687B0CB1}" type="slidenum">
              <a:t>10</a:t>
            </a:fld>
          </a:p>
        </p:txBody>
      </p:sp>
      <p:sp>
        <p:nvSpPr>
          <p:cNvPr id="1233537166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78331233-4411-4366-903D-ECDDAAF0F25D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591637" y="1049727"/>
            <a:ext cx="4790314" cy="59781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FC3777"/>
                </a:solidFill>
              </a:rPr>
              <a:t>SPEED PROFILE</a:t>
            </a:r>
          </a:p>
        </p:txBody>
      </p:sp>
      <p:sp>
        <p:nvSpPr>
          <p:cNvPr id="474682657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E1A95123-9CA0-4DBA-9947-90BAF2A40692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591637" y="1649793"/>
            <a:ext cx="4790314" cy="779602"/>
          </a:xfrm>
        </p:spPr>
        <p:txBody>
          <a:bodyPr xmlns:a="http://schemas.openxmlformats.org/drawingml/2006/main">
            <a:normAutofit fontScale="91636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mAP@10 0.836126</a:t>
            </a:r>
          </a:p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Rank‑1 0.804762</a:t>
            </a:r>
          </a:p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Rank‑5 0.926279</a:t>
            </a:r>
          </a:p>
        </p:txBody>
      </p:sp>
      <p:sp>
        <p:nvSpPr>
          <p:cNvPr id="802416208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B99CDBFF-66FF-4B53-A352-28D6EB4D239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591637" y="2915797"/>
            <a:ext cx="4790314" cy="563519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FC3777"/>
                </a:solidFill>
              </a:rPr>
              <a:t>QUALITY PROFILE</a:t>
            </a:r>
          </a:p>
        </p:txBody>
      </p:sp>
      <p:sp>
        <p:nvSpPr>
          <p:cNvPr id="309289454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A187B18F-6093-4E8B-877F-3C8A204F70E2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591637" y="3515862"/>
            <a:ext cx="4790314" cy="869021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mAP@10 0.841086</a:t>
            </a:r>
          </a:p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Rank‑1 0.812875</a:t>
            </a:r>
          </a:p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Rank‑5 0.936684</a:t>
            </a:r>
          </a:p>
        </p:txBody>
      </p:sp>
      <p:sp>
        <p:nvSpPr>
          <p:cNvPr id="121864844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1B748DD8-ED2F-4E27-AA56-6125AD33B1F5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591637" y="4871732"/>
            <a:ext cx="4790314" cy="59781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FC3777"/>
                </a:solidFill>
              </a:rPr>
              <a:t>ПОКРЫТИЕ SHORTLIST</a:t>
            </a:r>
          </a:p>
        </p:txBody>
      </p:sp>
      <p:sp>
        <p:nvSpPr>
          <p:cNvPr id="723791391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2638B704-2DDA-4168-9FA6-E9FC01CD2CAA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591637" y="5471798"/>
            <a:ext cx="4790314" cy="848014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Rank‑10 0.957319: верный cross-camera кадр часто уже найден, задача reranker — поднять его выше.</a:t>
            </a:r>
          </a:p>
        </p:txBody>
      </p:sp>
      <p:graphicFrame>
        <p:nvGraphicFramePr>
          <p:cNvPr id="1706338309" name="Диаграмма 9"/>
          <p:cNvGraphicFramePr/>
          <p:nvPr/>
        </p:nvGraphicFramePr>
        <p:xfrm>
          <a:off xmlns:a="http://schemas.openxmlformats.org/drawingml/2006/main" x="346075" y="1424510"/>
          <a:ext xmlns:a="http://schemas.openxmlformats.org/drawingml/2006/main" cx="5749925" cy="4401748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52f3ef03b83445c"/>
          </a:graphicData>
        </a:graphic>
      </p:graphicFrame>
      <p:sp>
        <p:nvSpPr>
          <p:cNvPr id="948142109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634EECCA-4C35-421A-AC48-4779D37260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2763648" cy="376138"/>
          </a:xfrm>
        </p:spPr>
        <p:txBody>
          <a:bodyPr xmlns:a="http://schemas.openxmlformats.org/drawingml/2006/main">
            <a:normAutofit fontScale="52768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КАЧЕСТВО НА LOCKED VALIDATION</a:t>
            </a:r>
          </a:p>
        </p:txBody>
      </p:sp>
    </p:spTree>
    <p:extLst>
      <p:ext uri="{BB962C8B-B14F-4D97-AF65-F5344CB8AC3E}">
        <p14:creationId xmlns:p14="http://schemas.microsoft.com/office/powerpoint/2010/main" val="2069775263"/>
      </p:ext>
    </p:extLst>
  </p:cSld>
</p:sld>
</file>

<file path=ppt/slides/slide11.xml><?xml version="1.0" encoding="utf-8"?>
<p:sld xmlns:p="http://schemas.openxmlformats.org/presentationml/2006/main" showMasterSp="1">
  <p:cSld>
    <p:bg>
      <p:bgPr>
        <a:blipFill xmlns:a="http://schemas.openxmlformats.org/drawingml/2006/main" rotWithShape="1">
          <a:blip xmlns:r="http://schemas.openxmlformats.org/officeDocument/2006/relationships" r:embed="Ra853ea617d82418f">
            <a:lum/>
          </a:blip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00563191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242AF9A2-5BEA-4A09-87BF-EE12FCE62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2598994" name="Номер слайда 6">
            <a:extLst xmlns:a="http://schemas.openxmlformats.org/drawingml/2006/main">
              <a:ext uri="{FF2B5EF4-FFF2-40B4-BE49-F238E27FC236}">
                <a16:creationId xmlns:a16="http://schemas.microsoft.com/office/drawing/2014/main" id="{6B11EB51-ADA3-4A2B-A91C-052C9A24D28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fld id="{30394428-F1DC-E5F6-DB0C-7DE31F3D8A23}" type="slidenum">
              <a:rPr>
                <a:solidFill>
                  <a:schemeClr val="accent5"/>
                </a:solidFill>
              </a:rPr>
              <a:t>11</a:t>
            </a:fld>
          </a:p>
        </p:txBody>
      </p:sp>
      <p:sp>
        <p:nvSpPr>
          <p:cNvPr id="931907353" name="Рисунок 2">
            <a:extLst xmlns:a="http://schemas.openxmlformats.org/drawingml/2006/main">
              <a:ext uri="{FF2B5EF4-FFF2-40B4-BE49-F238E27FC236}">
                <a16:creationId xmlns:a16="http://schemas.microsoft.com/office/drawing/2014/main" id="{D3FE6E0D-768E-42F4-A663-5534E66B7F67}"/>
              </a:ext>
            </a:extLst>
          </p:cNvPr>
          <p:cNvSpPr>
            <a:spLocks xmlns:a="http://schemas.openxmlformats.org/drawingml/2006/main" noGrp="1"/>
          </p:cNvSpPr>
          <p:nvPr>
            <p:ph type="pic" idx="10"/>
          </p:nvPr>
        </p:nvSpPr>
        <p:spPr>
          <a:prstGeom xmlns:a="http://schemas.openxmlformats.org/drawingml/2006/main" prst="roundRect">
            <a:avLst>
              <a:gd name="adj" fmla="val 6127"/>
            </a:avLst>
          </a:prstGeom>
        </p:spPr>
      </p:sp>
      <p:sp>
        <p:nvSpPr>
          <p:cNvPr id="1171953778" name="Рисунок 3">
            <a:extLst xmlns:a="http://schemas.openxmlformats.org/drawingml/2006/main">
              <a:ext uri="{FF2B5EF4-FFF2-40B4-BE49-F238E27FC236}">
                <a16:creationId xmlns:a16="http://schemas.microsoft.com/office/drawing/2014/main" id="{B2184B8C-4F66-42D9-B873-9E614FE3FFAB}"/>
              </a:ext>
            </a:extLst>
          </p:cNvPr>
          <p:cNvSpPr>
            <a:spLocks xmlns:a="http://schemas.openxmlformats.org/drawingml/2006/main" noGrp="1"/>
          </p:cNvSpPr>
          <p:nvPr>
            <p:ph type="pic" idx="11"/>
          </p:nvPr>
        </p:nvSpPr>
        <p:spPr>
          <a:prstGeom xmlns:a="http://schemas.openxmlformats.org/drawingml/2006/main" prst="roundRect">
            <a:avLst>
              <a:gd name="adj" fmla="val 11783"/>
            </a:avLst>
          </a:prstGeom>
        </p:spPr>
      </p:sp>
      <p:sp>
        <p:nvSpPr>
          <p:cNvPr id="1604742068" name="Рисунок 4">
            <a:extLst xmlns:a="http://schemas.openxmlformats.org/drawingml/2006/main">
              <a:ext uri="{FF2B5EF4-FFF2-40B4-BE49-F238E27FC236}">
                <a16:creationId xmlns:a16="http://schemas.microsoft.com/office/drawing/2014/main" id="{B0A4A466-C291-4B4A-9B12-93050B7E3328}"/>
              </a:ext>
            </a:extLst>
          </p:cNvPr>
          <p:cNvSpPr>
            <a:spLocks xmlns:a="http://schemas.openxmlformats.org/drawingml/2006/main" noGrp="1"/>
          </p:cNvSpPr>
          <p:nvPr>
            <p:ph type="pic" idx="12"/>
          </p:nvPr>
        </p:nvSpPr>
        <p:spPr>
          <a:prstGeom xmlns:a="http://schemas.openxmlformats.org/drawingml/2006/main" prst="roundRect">
            <a:avLst>
              <a:gd name="adj" fmla="val 7254"/>
            </a:avLst>
          </a:prstGeom>
        </p:spPr>
      </p:sp>
      <p:sp>
        <p:nvSpPr>
          <p:cNvPr id="536582654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9BB35801-6CE3-4018-8A3D-242482BEEFDC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prstGeom xmlns:a="http://schemas.openxmlformats.org/drawingml/2006/main" prst="roundRect">
            <a:avLst>
              <a:gd name="adj" fmla="val 10128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chemeClr val="accent5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Синий — query; красный — ошибочный top‑1; зелёный — первый правильный cross-camera кандидат. Реальные случаи: сильная смена ракурса, перекрытие и ночь/блики.</a:t>
            </a:r>
          </a:p>
        </p:txBody>
      </p:sp>
      <p:sp>
        <p:nvSpPr>
          <p:cNvPr id="1196856292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3316A5B7-BFDB-44BF-8D4A-614255B4B5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2775523" cy="376138"/>
          </a:xfrm>
        </p:spPr>
        <p:txBody>
          <a:bodyPr xmlns:a="http://schemas.openxmlformats.org/drawingml/2006/main">
            <a:normAutofit fontScale="64727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ЧЕСТНЫЙ АНАЛИЗ ОШИБОК</a:t>
            </a:r>
          </a:p>
        </p:txBody>
      </p:sp>
      <p:pic>
        <p:nvPicPr>
          <p:cNvPr id="16047420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412f79be274479"/>
          <a:stretch xmlns:a="http://schemas.openxmlformats.org/drawingml/2006/main"/>
        </p:blipFill>
        <p:spPr>
          <a:xfrm xmlns:a="http://schemas.openxmlformats.org/drawingml/2006/main">
            <a:off x="346043" y="3721837"/>
            <a:ext cx="6806184" cy="1981027"/>
          </a:xfrm>
          <a:prstGeom xmlns:a="http://schemas.openxmlformats.org/drawingml/2006/main" prst="rect">
            <a:avLst/>
          </a:prstGeom>
        </p:spPr>
      </p:pic>
      <p:pic>
        <p:nvPicPr>
          <p:cNvPr id="16047420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e890437d8d4f8f"/>
          <a:stretch xmlns:a="http://schemas.openxmlformats.org/drawingml/2006/main"/>
        </p:blipFill>
        <p:spPr>
          <a:xfrm xmlns:a="http://schemas.openxmlformats.org/drawingml/2006/main">
            <a:off x="7440168" y="1914091"/>
            <a:ext cx="4405789" cy="1282361"/>
          </a:xfrm>
          <a:prstGeom xmlns:a="http://schemas.openxmlformats.org/drawingml/2006/main" prst="rect">
            <a:avLst/>
          </a:prstGeom>
        </p:spPr>
      </p:pic>
      <p:pic>
        <p:nvPicPr>
          <p:cNvPr id="16047420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08ce64efb94d57"/>
          <a:stretch xmlns:a="http://schemas.openxmlformats.org/drawingml/2006/main"/>
        </p:blipFill>
        <p:spPr>
          <a:xfrm xmlns:a="http://schemas.openxmlformats.org/drawingml/2006/main">
            <a:off x="7440168" y="4653767"/>
            <a:ext cx="4405789" cy="128236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046536"/>
      </p:ext>
    </p:extLst>
  </p:cSld>
</p:sld>
</file>

<file path=ppt/slides/slide12.xml><?xml version="1.0" encoding="utf-8"?>
<p:sld xmlns:p="http://schemas.openxmlformats.org/presentationml/2006/main" showMasterSp="1">
  <p:cSld>
    <p:bg>
      <p:bgPr>
        <a:blipFill xmlns:a="http://schemas.openxmlformats.org/drawingml/2006/main" rotWithShape="1">
          <a:blip xmlns:r="http://schemas.openxmlformats.org/officeDocument/2006/relationships" r:embed="Rac3515ffd51642a1">
            <a:lum/>
          </a:blip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13425051" name="Скругленный 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0B6E3F60-8E53-454D-A762-1FE0158C1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47188"/>
            <a:ext cx="5570538" cy="1666934"/>
          </a:xfrm>
          <a:prstGeom xmlns:a="http://schemas.openxmlformats.org/drawingml/2006/main" prst="roundRect">
            <a:avLst>
              <a:gd name="adj" fmla="val 8775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50671869" name="Скругленный 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1C692ED3-9369-4C51-B8C0-BB2C1A638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32356"/>
            <a:ext cx="5570538" cy="1666934"/>
          </a:xfrm>
          <a:prstGeom xmlns:a="http://schemas.openxmlformats.org/drawingml/2006/main" prst="roundRect">
            <a:avLst>
              <a:gd name="adj" fmla="val 8775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9896725" name="Скругленный 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A60E1FE1-D6EA-4D52-8DF2-450D68BCB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917525"/>
            <a:ext cx="5570538" cy="1666934"/>
          </a:xfrm>
          <a:prstGeom xmlns:a="http://schemas.openxmlformats.org/drawingml/2006/main" prst="roundRect">
            <a:avLst>
              <a:gd name="adj" fmla="val 8775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05219055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0F6D39EC-C779-4ACB-B16F-6C3997CBC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06338296" name="Номер слайда 8">
            <a:extLst xmlns:a="http://schemas.openxmlformats.org/drawingml/2006/main">
              <a:ext uri="{FF2B5EF4-FFF2-40B4-BE49-F238E27FC236}">
                <a16:creationId xmlns:a16="http://schemas.microsoft.com/office/drawing/2014/main" id="{A52E35CD-FE89-497B-B434-CC3C06691DF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fld id="{4DB16885-0D3F-A391-B669-3211DB3B26E8}" type="slidenum">
              <a:t>12</a:t>
            </a:fld>
          </a:p>
        </p:txBody>
      </p:sp>
      <p:sp>
        <p:nvSpPr>
          <p:cNvPr id="1233537166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78331233-4411-4366-903D-ECDDAAF0F25D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591637" y="1049727"/>
            <a:ext cx="4790314" cy="59781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FC3777"/>
                </a:solidFill>
              </a:rPr>
              <a:t>62.2%</a:t>
            </a:r>
          </a:p>
        </p:txBody>
      </p:sp>
      <p:sp>
        <p:nvSpPr>
          <p:cNvPr id="474682657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E1A95123-9CA0-4DBA-9947-90BAF2A40692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591637" y="1649793"/>
            <a:ext cx="4790314" cy="779602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689 из 1107 Rank‑1 ошибок: правильный кадр уже на местах 2–5 — главная цель короткого reranker.</a:t>
            </a:r>
          </a:p>
        </p:txBody>
      </p:sp>
      <p:sp>
        <p:nvSpPr>
          <p:cNvPr id="802416208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B99CDBFF-66FF-4B53-A352-28D6EB4D239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591637" y="2915797"/>
            <a:ext cx="4790314" cy="563519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FC3777"/>
                </a:solidFill>
              </a:rPr>
              <a:t>15.9%</a:t>
            </a:r>
          </a:p>
        </p:txBody>
      </p:sp>
      <p:sp>
        <p:nvSpPr>
          <p:cNvPr id="309289454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A187B18F-6093-4E8B-877F-3C8A204F70E2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591637" y="3515862"/>
            <a:ext cx="4790314" cy="869021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176 случаев: правильный кандидат найден, но находится на местах 6–10.</a:t>
            </a:r>
          </a:p>
        </p:txBody>
      </p:sp>
      <p:sp>
        <p:nvSpPr>
          <p:cNvPr id="121864844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1B748DD8-ED2F-4E27-AA56-6125AD33B1F5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591637" y="4871732"/>
            <a:ext cx="4790314" cy="59781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FC3777"/>
                </a:solidFill>
              </a:rPr>
              <a:t>21.9%</a:t>
            </a:r>
          </a:p>
        </p:txBody>
      </p:sp>
      <p:sp>
        <p:nvSpPr>
          <p:cNvPr id="723791391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2638B704-2DDA-4168-9FA6-E9FC01CD2CAA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591637" y="5471798"/>
            <a:ext cx="4790314" cy="848014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242 случая: правильного ответа нет в top‑10; здесь нужен более сильный initial retrieval.</a:t>
            </a:r>
          </a:p>
        </p:txBody>
      </p:sp>
      <p:graphicFrame>
        <p:nvGraphicFramePr>
          <p:cNvPr id="1706338309" name="Диаграмма 9"/>
          <p:cNvGraphicFramePr/>
          <p:nvPr/>
        </p:nvGraphicFramePr>
        <p:xfrm>
          <a:off xmlns:a="http://schemas.openxmlformats.org/drawingml/2006/main" x="346075" y="1424510"/>
          <a:ext xmlns:a="http://schemas.openxmlformats.org/drawingml/2006/main" cx="5749925" cy="4401748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b17707ba9dc46ac"/>
          </a:graphicData>
        </a:graphic>
      </p:graphicFrame>
      <p:sp>
        <p:nvSpPr>
          <p:cNvPr id="948142109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634EECCA-4C35-421A-AC48-4779D37260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2763648" cy="376138"/>
          </a:xfrm>
        </p:spPr>
        <p:txBody>
          <a:bodyPr xmlns:a="http://schemas.openxmlformats.org/drawingml/2006/main">
            <a:normAutofit fontScale="85869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ГДЕ ТЕРЯЕТСЯ RANK‑1</a:t>
            </a:r>
          </a:p>
        </p:txBody>
      </p:sp>
    </p:spTree>
    <p:extLst>
      <p:ext uri="{BB962C8B-B14F-4D97-AF65-F5344CB8AC3E}">
        <p14:creationId xmlns:p14="http://schemas.microsoft.com/office/powerpoint/2010/main" val="2069775263"/>
      </p:ext>
    </p:extLst>
  </p:cSld>
</p:sld>
</file>

<file path=ppt/slides/slide13.xml><?xml version="1.0" encoding="utf-8"?>
<p:sld xmlns:p="http://schemas.openxmlformats.org/presentationml/2006/main" showMasterSp="1">
  <p:cSld>
    <p:bg>
      <p:bgPr>
        <a:blipFill xmlns:a="http://schemas.openxmlformats.org/drawingml/2006/main" rotWithShape="1">
          <a:blip xmlns:r="http://schemas.openxmlformats.org/officeDocument/2006/relationships" r:embed="R8389cb1dc7984065">
            <a:lum/>
          </a:blip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3318356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93B85D2D-81AA-4C08-BBD9-2EC0AC905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141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95246643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57B7FEF8-05AF-400C-93EA-F6C052E1F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7137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66709802" name="Скругленный 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058A39A5-3A38-4996-B1B8-DEC3C3F65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133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486554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6ECB9BA9-37C2-40B4-998F-A3D8A64A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9171090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91BAA042-4E92-491D-BB50-A95FE325E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262" y="1366572"/>
            <a:ext cx="1504594" cy="1401168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4567495" name="Скругленный 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4CF04BDE-BAFB-4D10-B1C1-3749C0994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1018" y="1366572"/>
            <a:ext cx="1504594" cy="1401168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28869434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4D4493D6-1173-486F-B2F7-E0DFB17C3DC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fld id="{2DD23107-4986-8758-3A93-3D74F35908CC}" type="slidenum">
              <a:rPr>
                <a:solidFill>
                  <a:schemeClr val="accent5"/>
                </a:solidFill>
              </a:rPr>
              <a:t>13</a:t>
            </a:fld>
          </a:p>
        </p:txBody>
      </p:sp>
      <p:sp>
        <p:nvSpPr>
          <p:cNvPr id="183093576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2D27E6E4-FD9B-4F9C-9197-80A35FB00A90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16304" y="3286814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ЧТО ОЦЕНИВАЕМ</a:t>
            </a:r>
          </a:p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Вероятность корректности финального top‑1 по восьми score/margin/density сигналам.</a:t>
            </a:r>
          </a:p>
        </p:txBody>
      </p:sp>
      <p:sp>
        <p:nvSpPr>
          <p:cNvPr id="1021543870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0B821ABF-0EB3-49ED-9B1A-E1DC6A476028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4569890" y="3264544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КАК КАЛИБРУЕМ</a:t>
            </a:r>
          </a:p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20.13% unknown; group‑OOF; threshold 0.630795 при ограничении TNR ≥ 0.94.</a:t>
            </a:r>
          </a:p>
        </p:txBody>
      </p:sp>
      <p:sp>
        <p:nvSpPr>
          <p:cNvPr id="1109396534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77AEB803-DFB3-4F78-AEF5-B18A2C44926C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8405081" y="3277471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РЕЗУЛЬТАТ</a:t>
            </a:r>
          </a:p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F1 0.836127; TNR 0.951613; score 0.870773. Прирост к прошлой policy: +0.008196.</a:t>
            </a:r>
          </a:p>
        </p:txBody>
      </p:sp>
      <p:cxnSp>
        <p:nvCxnSpPr>
          <p:cNvPr id="1957439456" name="Google Shape;2799;p94"/>
          <p:cNvCxnSpPr/>
          <p:nvPr/>
        </p:nvCxnSpPr>
        <p:spPr>
          <a:xfrm xmlns:a="http://schemas.openxmlformats.org/drawingml/2006/main" flipV="1">
            <a:off x="3041995" y="2120995"/>
            <a:ext cx="2288595" cy="11479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headEnd type="none" w="med" len="med"/>
            <a:tailEnd type="none" w="med" len="me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cxnSp>
      <p:sp>
        <p:nvSpPr>
          <p:cNvPr id="63" name="Google Shape;2830;p94">
            <a:extLst xmlns:a="http://schemas.openxmlformats.org/drawingml/2006/main">
              <a:ext uri="{FF2B5EF4-FFF2-40B4-BE49-F238E27FC236}">
                <a16:creationId xmlns:a16="http://schemas.microsoft.com/office/drawing/2014/main" id="{3ADC22A0-C771-4687-AB82-BB6018132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99087" y="1753233"/>
            <a:ext cx="738530" cy="687909"/>
          </a:xfrm>
          <a:custGeom xmlns:a="http://schemas.openxmlformats.org/drawingml/2006/main">
            <a:rect l="l" t="t" r="r" b="b"/>
            <a:pathLst>
              <a:path w="10122" h="9289">
                <a:moveTo>
                  <a:pt x="9574" y="310"/>
                </a:moveTo>
                <a:cubicBezTo>
                  <a:pt x="9717" y="310"/>
                  <a:pt x="9812" y="406"/>
                  <a:pt x="9812" y="549"/>
                </a:cubicBezTo>
                <a:lnTo>
                  <a:pt x="9812" y="5669"/>
                </a:lnTo>
                <a:lnTo>
                  <a:pt x="8622" y="5669"/>
                </a:lnTo>
                <a:cubicBezTo>
                  <a:pt x="8550" y="5669"/>
                  <a:pt x="8479" y="5740"/>
                  <a:pt x="8479" y="5812"/>
                </a:cubicBezTo>
                <a:cubicBezTo>
                  <a:pt x="8479" y="5907"/>
                  <a:pt x="8550" y="5978"/>
                  <a:pt x="8622" y="5978"/>
                </a:cubicBezTo>
                <a:lnTo>
                  <a:pt x="9812" y="5978"/>
                </a:lnTo>
                <a:lnTo>
                  <a:pt x="9812" y="6455"/>
                </a:lnTo>
                <a:cubicBezTo>
                  <a:pt x="9812" y="6597"/>
                  <a:pt x="9717" y="6717"/>
                  <a:pt x="9574" y="6717"/>
                </a:cubicBezTo>
                <a:lnTo>
                  <a:pt x="549" y="6717"/>
                </a:lnTo>
                <a:cubicBezTo>
                  <a:pt x="406" y="6717"/>
                  <a:pt x="287" y="6597"/>
                  <a:pt x="287" y="6455"/>
                </a:cubicBezTo>
                <a:lnTo>
                  <a:pt x="287" y="5978"/>
                </a:lnTo>
                <a:lnTo>
                  <a:pt x="7979" y="5978"/>
                </a:lnTo>
                <a:cubicBezTo>
                  <a:pt x="8050" y="5978"/>
                  <a:pt x="8122" y="5907"/>
                  <a:pt x="8122" y="5812"/>
                </a:cubicBezTo>
                <a:cubicBezTo>
                  <a:pt x="8122" y="5740"/>
                  <a:pt x="8050" y="5669"/>
                  <a:pt x="7979" y="5669"/>
                </a:cubicBezTo>
                <a:lnTo>
                  <a:pt x="6216" y="5669"/>
                </a:lnTo>
                <a:lnTo>
                  <a:pt x="6216" y="310"/>
                </a:lnTo>
                <a:close/>
                <a:moveTo>
                  <a:pt x="5335" y="7002"/>
                </a:moveTo>
                <a:lnTo>
                  <a:pt x="5335" y="7193"/>
                </a:lnTo>
                <a:cubicBezTo>
                  <a:pt x="5335" y="7360"/>
                  <a:pt x="5216" y="7479"/>
                  <a:pt x="5049" y="7479"/>
                </a:cubicBezTo>
                <a:cubicBezTo>
                  <a:pt x="4907" y="7479"/>
                  <a:pt x="4764" y="7360"/>
                  <a:pt x="4764" y="7193"/>
                </a:cubicBezTo>
                <a:lnTo>
                  <a:pt x="4764" y="7002"/>
                </a:lnTo>
                <a:close/>
                <a:moveTo>
                  <a:pt x="6073" y="7002"/>
                </a:moveTo>
                <a:lnTo>
                  <a:pt x="6169" y="8241"/>
                </a:lnTo>
                <a:lnTo>
                  <a:pt x="3954" y="8241"/>
                </a:lnTo>
                <a:lnTo>
                  <a:pt x="4049" y="7002"/>
                </a:lnTo>
                <a:lnTo>
                  <a:pt x="4478" y="7002"/>
                </a:lnTo>
                <a:lnTo>
                  <a:pt x="4478" y="7193"/>
                </a:lnTo>
                <a:cubicBezTo>
                  <a:pt x="4478" y="7526"/>
                  <a:pt x="4740" y="7788"/>
                  <a:pt x="5049" y="7788"/>
                </a:cubicBezTo>
                <a:cubicBezTo>
                  <a:pt x="5383" y="7788"/>
                  <a:pt x="5645" y="7526"/>
                  <a:pt x="5645" y="7193"/>
                </a:cubicBezTo>
                <a:lnTo>
                  <a:pt x="5645" y="7002"/>
                </a:lnTo>
                <a:close/>
                <a:moveTo>
                  <a:pt x="6859" y="8526"/>
                </a:moveTo>
                <a:cubicBezTo>
                  <a:pt x="6883" y="8526"/>
                  <a:pt x="6907" y="8550"/>
                  <a:pt x="6907" y="8574"/>
                </a:cubicBezTo>
                <a:lnTo>
                  <a:pt x="6907" y="8955"/>
                </a:lnTo>
                <a:cubicBezTo>
                  <a:pt x="6907" y="8979"/>
                  <a:pt x="6883" y="9003"/>
                  <a:pt x="6859" y="9003"/>
                </a:cubicBezTo>
                <a:lnTo>
                  <a:pt x="3263" y="9003"/>
                </a:lnTo>
                <a:cubicBezTo>
                  <a:pt x="3240" y="9003"/>
                  <a:pt x="3216" y="8979"/>
                  <a:pt x="3216" y="8955"/>
                </a:cubicBezTo>
                <a:lnTo>
                  <a:pt x="3216" y="8574"/>
                </a:lnTo>
                <a:cubicBezTo>
                  <a:pt x="3216" y="8550"/>
                  <a:pt x="3240" y="8526"/>
                  <a:pt x="3263" y="8526"/>
                </a:cubicBezTo>
                <a:close/>
                <a:moveTo>
                  <a:pt x="549" y="1"/>
                </a:moveTo>
                <a:cubicBezTo>
                  <a:pt x="239" y="1"/>
                  <a:pt x="1" y="239"/>
                  <a:pt x="1" y="549"/>
                </a:cubicBezTo>
                <a:lnTo>
                  <a:pt x="1" y="1477"/>
                </a:lnTo>
                <a:cubicBezTo>
                  <a:pt x="1" y="1573"/>
                  <a:pt x="72" y="1644"/>
                  <a:pt x="144" y="1644"/>
                </a:cubicBezTo>
                <a:cubicBezTo>
                  <a:pt x="215" y="1644"/>
                  <a:pt x="287" y="1573"/>
                  <a:pt x="287" y="1477"/>
                </a:cubicBezTo>
                <a:lnTo>
                  <a:pt x="287" y="549"/>
                </a:lnTo>
                <a:cubicBezTo>
                  <a:pt x="287" y="406"/>
                  <a:pt x="406" y="310"/>
                  <a:pt x="549" y="310"/>
                </a:cubicBezTo>
                <a:lnTo>
                  <a:pt x="5907" y="310"/>
                </a:lnTo>
                <a:lnTo>
                  <a:pt x="5907" y="5669"/>
                </a:lnTo>
                <a:lnTo>
                  <a:pt x="287" y="5669"/>
                </a:lnTo>
                <a:lnTo>
                  <a:pt x="287" y="2144"/>
                </a:lnTo>
                <a:cubicBezTo>
                  <a:pt x="287" y="2049"/>
                  <a:pt x="239" y="2001"/>
                  <a:pt x="144" y="2001"/>
                </a:cubicBezTo>
                <a:cubicBezTo>
                  <a:pt x="72" y="2001"/>
                  <a:pt x="1" y="2049"/>
                  <a:pt x="1" y="2144"/>
                </a:cubicBezTo>
                <a:lnTo>
                  <a:pt x="1" y="6455"/>
                </a:lnTo>
                <a:cubicBezTo>
                  <a:pt x="1" y="6764"/>
                  <a:pt x="239" y="7002"/>
                  <a:pt x="549" y="7002"/>
                </a:cubicBezTo>
                <a:lnTo>
                  <a:pt x="3763" y="7002"/>
                </a:lnTo>
                <a:lnTo>
                  <a:pt x="3644" y="8241"/>
                </a:lnTo>
                <a:lnTo>
                  <a:pt x="3263" y="8241"/>
                </a:lnTo>
                <a:cubicBezTo>
                  <a:pt x="3073" y="8241"/>
                  <a:pt x="2930" y="8384"/>
                  <a:pt x="2930" y="8574"/>
                </a:cubicBezTo>
                <a:lnTo>
                  <a:pt x="2930" y="8955"/>
                </a:lnTo>
                <a:cubicBezTo>
                  <a:pt x="2930" y="9146"/>
                  <a:pt x="3073" y="9288"/>
                  <a:pt x="3263" y="9288"/>
                </a:cubicBezTo>
                <a:lnTo>
                  <a:pt x="6859" y="9288"/>
                </a:lnTo>
                <a:cubicBezTo>
                  <a:pt x="7050" y="9288"/>
                  <a:pt x="7193" y="9146"/>
                  <a:pt x="7193" y="8955"/>
                </a:cubicBezTo>
                <a:lnTo>
                  <a:pt x="7193" y="8574"/>
                </a:lnTo>
                <a:cubicBezTo>
                  <a:pt x="7193" y="8384"/>
                  <a:pt x="7050" y="8241"/>
                  <a:pt x="6859" y="8241"/>
                </a:cubicBezTo>
                <a:lnTo>
                  <a:pt x="6478" y="8241"/>
                </a:lnTo>
                <a:lnTo>
                  <a:pt x="6359" y="7002"/>
                </a:lnTo>
                <a:lnTo>
                  <a:pt x="9574" y="7002"/>
                </a:lnTo>
                <a:cubicBezTo>
                  <a:pt x="9860" y="7002"/>
                  <a:pt x="10122" y="6764"/>
                  <a:pt x="10122" y="6455"/>
                </a:cubicBezTo>
                <a:lnTo>
                  <a:pt x="10122" y="549"/>
                </a:lnTo>
                <a:cubicBezTo>
                  <a:pt x="10122" y="239"/>
                  <a:pt x="9884" y="1"/>
                  <a:pt x="9574" y="1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4" name="Google Shape;2831;p94">
            <a:extLst xmlns:a="http://schemas.openxmlformats.org/drawingml/2006/main">
              <a:ext uri="{FF2B5EF4-FFF2-40B4-BE49-F238E27FC236}">
                <a16:creationId xmlns:a16="http://schemas.microsoft.com/office/drawing/2014/main" id="{501922AB-D0F7-4BBD-B68C-41017F543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88385"/>
            <a:ext cx="311114" cy="244088"/>
          </a:xfrm>
          <a:custGeom xmlns:a="http://schemas.openxmlformats.org/drawingml/2006/main">
            <a:rect l="l" t="t" r="r" b="b"/>
            <a:pathLst>
              <a:path w="4264" h="3296">
                <a:moveTo>
                  <a:pt x="3897" y="0"/>
                </a:moveTo>
                <a:cubicBezTo>
                  <a:pt x="3848" y="0"/>
                  <a:pt x="3805" y="22"/>
                  <a:pt x="3787" y="57"/>
                </a:cubicBezTo>
                <a:lnTo>
                  <a:pt x="2835" y="1176"/>
                </a:lnTo>
                <a:lnTo>
                  <a:pt x="2596" y="986"/>
                </a:lnTo>
                <a:cubicBezTo>
                  <a:pt x="2573" y="962"/>
                  <a:pt x="2537" y="950"/>
                  <a:pt x="2501" y="950"/>
                </a:cubicBezTo>
                <a:cubicBezTo>
                  <a:pt x="2465" y="950"/>
                  <a:pt x="2430" y="962"/>
                  <a:pt x="2406" y="986"/>
                </a:cubicBezTo>
                <a:lnTo>
                  <a:pt x="1811" y="1629"/>
                </a:lnTo>
                <a:lnTo>
                  <a:pt x="1096" y="1367"/>
                </a:lnTo>
                <a:cubicBezTo>
                  <a:pt x="1084" y="1355"/>
                  <a:pt x="1066" y="1349"/>
                  <a:pt x="1045" y="1349"/>
                </a:cubicBezTo>
                <a:cubicBezTo>
                  <a:pt x="1025" y="1349"/>
                  <a:pt x="1001" y="1355"/>
                  <a:pt x="977" y="1367"/>
                </a:cubicBezTo>
                <a:lnTo>
                  <a:pt x="286" y="1772"/>
                </a:lnTo>
                <a:lnTo>
                  <a:pt x="286" y="462"/>
                </a:lnTo>
                <a:cubicBezTo>
                  <a:pt x="286" y="391"/>
                  <a:pt x="239" y="319"/>
                  <a:pt x="144" y="319"/>
                </a:cubicBezTo>
                <a:cubicBezTo>
                  <a:pt x="72" y="319"/>
                  <a:pt x="1" y="391"/>
                  <a:pt x="1" y="462"/>
                </a:cubicBezTo>
                <a:lnTo>
                  <a:pt x="1" y="3153"/>
                </a:lnTo>
                <a:cubicBezTo>
                  <a:pt x="1" y="3225"/>
                  <a:pt x="72" y="3296"/>
                  <a:pt x="144" y="3296"/>
                </a:cubicBezTo>
                <a:lnTo>
                  <a:pt x="4121" y="3296"/>
                </a:lnTo>
                <a:cubicBezTo>
                  <a:pt x="4192" y="3296"/>
                  <a:pt x="4263" y="3225"/>
                  <a:pt x="4263" y="3153"/>
                </a:cubicBezTo>
                <a:cubicBezTo>
                  <a:pt x="4263" y="3082"/>
                  <a:pt x="4216" y="3010"/>
                  <a:pt x="4121" y="3010"/>
                </a:cubicBezTo>
                <a:lnTo>
                  <a:pt x="4049" y="3010"/>
                </a:lnTo>
                <a:lnTo>
                  <a:pt x="4049" y="2200"/>
                </a:lnTo>
                <a:cubicBezTo>
                  <a:pt x="4049" y="2105"/>
                  <a:pt x="3978" y="2034"/>
                  <a:pt x="3906" y="2034"/>
                </a:cubicBezTo>
                <a:cubicBezTo>
                  <a:pt x="3811" y="2034"/>
                  <a:pt x="3739" y="2105"/>
                  <a:pt x="3739" y="2200"/>
                </a:cubicBezTo>
                <a:lnTo>
                  <a:pt x="3739" y="3010"/>
                </a:lnTo>
                <a:lnTo>
                  <a:pt x="3382" y="3010"/>
                </a:lnTo>
                <a:lnTo>
                  <a:pt x="3382" y="2891"/>
                </a:lnTo>
                <a:cubicBezTo>
                  <a:pt x="3382" y="2820"/>
                  <a:pt x="3311" y="2748"/>
                  <a:pt x="3239" y="2748"/>
                </a:cubicBezTo>
                <a:cubicBezTo>
                  <a:pt x="3144" y="2748"/>
                  <a:pt x="3073" y="2796"/>
                  <a:pt x="3073" y="2891"/>
                </a:cubicBezTo>
                <a:lnTo>
                  <a:pt x="3073" y="3010"/>
                </a:lnTo>
                <a:lnTo>
                  <a:pt x="2573" y="3010"/>
                </a:lnTo>
                <a:lnTo>
                  <a:pt x="2573" y="2891"/>
                </a:lnTo>
                <a:cubicBezTo>
                  <a:pt x="2573" y="2820"/>
                  <a:pt x="2525" y="2748"/>
                  <a:pt x="2430" y="2748"/>
                </a:cubicBezTo>
                <a:cubicBezTo>
                  <a:pt x="2358" y="2748"/>
                  <a:pt x="2287" y="2796"/>
                  <a:pt x="2287" y="2891"/>
                </a:cubicBezTo>
                <a:lnTo>
                  <a:pt x="2287" y="3010"/>
                </a:lnTo>
                <a:lnTo>
                  <a:pt x="1787" y="3010"/>
                </a:lnTo>
                <a:lnTo>
                  <a:pt x="1787" y="2891"/>
                </a:lnTo>
                <a:cubicBezTo>
                  <a:pt x="1787" y="2820"/>
                  <a:pt x="1715" y="2748"/>
                  <a:pt x="1644" y="2748"/>
                </a:cubicBezTo>
                <a:cubicBezTo>
                  <a:pt x="1549" y="2748"/>
                  <a:pt x="1501" y="2796"/>
                  <a:pt x="1501" y="2891"/>
                </a:cubicBezTo>
                <a:lnTo>
                  <a:pt x="1501" y="3010"/>
                </a:lnTo>
                <a:lnTo>
                  <a:pt x="1001" y="3010"/>
                </a:lnTo>
                <a:lnTo>
                  <a:pt x="1001" y="2891"/>
                </a:lnTo>
                <a:cubicBezTo>
                  <a:pt x="1001" y="2820"/>
                  <a:pt x="929" y="2748"/>
                  <a:pt x="834" y="2748"/>
                </a:cubicBezTo>
                <a:cubicBezTo>
                  <a:pt x="763" y="2748"/>
                  <a:pt x="691" y="2796"/>
                  <a:pt x="691" y="2891"/>
                </a:cubicBezTo>
                <a:lnTo>
                  <a:pt x="691" y="3010"/>
                </a:lnTo>
                <a:lnTo>
                  <a:pt x="286" y="3010"/>
                </a:lnTo>
                <a:lnTo>
                  <a:pt x="286" y="2105"/>
                </a:lnTo>
                <a:lnTo>
                  <a:pt x="1048" y="1653"/>
                </a:lnTo>
                <a:lnTo>
                  <a:pt x="1811" y="1962"/>
                </a:lnTo>
                <a:cubicBezTo>
                  <a:pt x="1823" y="1969"/>
                  <a:pt x="1838" y="1972"/>
                  <a:pt x="1853" y="1972"/>
                </a:cubicBezTo>
                <a:cubicBezTo>
                  <a:pt x="1893" y="1972"/>
                  <a:pt x="1936" y="1950"/>
                  <a:pt x="1953" y="1915"/>
                </a:cubicBezTo>
                <a:lnTo>
                  <a:pt x="2525" y="1296"/>
                </a:lnTo>
                <a:lnTo>
                  <a:pt x="2763" y="1486"/>
                </a:lnTo>
                <a:cubicBezTo>
                  <a:pt x="2795" y="1518"/>
                  <a:pt x="2828" y="1531"/>
                  <a:pt x="2860" y="1531"/>
                </a:cubicBezTo>
                <a:cubicBezTo>
                  <a:pt x="2899" y="1531"/>
                  <a:pt x="2938" y="1512"/>
                  <a:pt x="2977" y="1486"/>
                </a:cubicBezTo>
                <a:lnTo>
                  <a:pt x="3739" y="557"/>
                </a:lnTo>
                <a:lnTo>
                  <a:pt x="3739" y="1534"/>
                </a:lnTo>
                <a:cubicBezTo>
                  <a:pt x="3739" y="1629"/>
                  <a:pt x="3811" y="1677"/>
                  <a:pt x="3882" y="1677"/>
                </a:cubicBezTo>
                <a:cubicBezTo>
                  <a:pt x="3978" y="1677"/>
                  <a:pt x="4049" y="1629"/>
                  <a:pt x="4049" y="1534"/>
                </a:cubicBezTo>
                <a:lnTo>
                  <a:pt x="4049" y="152"/>
                </a:lnTo>
                <a:cubicBezTo>
                  <a:pt x="4049" y="81"/>
                  <a:pt x="4001" y="33"/>
                  <a:pt x="3954" y="10"/>
                </a:cubicBezTo>
                <a:cubicBezTo>
                  <a:pt x="3935" y="3"/>
                  <a:pt x="3916" y="0"/>
                  <a:pt x="389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5" name="Google Shape;2832;p94">
            <a:extLst xmlns:a="http://schemas.openxmlformats.org/drawingml/2006/main">
              <a:ext uri="{FF2B5EF4-FFF2-40B4-BE49-F238E27FC236}">
                <a16:creationId xmlns:a16="http://schemas.microsoft.com/office/drawing/2014/main" id="{196703E8-4C4B-4CDA-A776-AACC8CC34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041586" y="1938446"/>
            <a:ext cx="20941" cy="30065"/>
          </a:xfrm>
          <a:custGeom xmlns:a="http://schemas.openxmlformats.org/drawingml/2006/main">
            <a:rect l="l" t="t" r="r" b="b"/>
            <a:pathLst>
              <a:path w="287" h="406">
                <a:moveTo>
                  <a:pt x="143" y="0"/>
                </a:moveTo>
                <a:cubicBezTo>
                  <a:pt x="72" y="0"/>
                  <a:pt x="1" y="72"/>
                  <a:pt x="1" y="167"/>
                </a:cubicBezTo>
                <a:lnTo>
                  <a:pt x="1" y="262"/>
                </a:lnTo>
                <a:cubicBezTo>
                  <a:pt x="1" y="358"/>
                  <a:pt x="72" y="405"/>
                  <a:pt x="143" y="405"/>
                </a:cubicBezTo>
                <a:cubicBezTo>
                  <a:pt x="239" y="405"/>
                  <a:pt x="286" y="358"/>
                  <a:pt x="286" y="262"/>
                </a:cubicBezTo>
                <a:lnTo>
                  <a:pt x="286" y="167"/>
                </a:lnTo>
                <a:cubicBezTo>
                  <a:pt x="286" y="72"/>
                  <a:pt x="239" y="0"/>
                  <a:pt x="143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6" name="Google Shape;2833;p94">
            <a:extLst xmlns:a="http://schemas.openxmlformats.org/drawingml/2006/main">
              <a:ext uri="{FF2B5EF4-FFF2-40B4-BE49-F238E27FC236}">
                <a16:creationId xmlns:a16="http://schemas.microsoft.com/office/drawing/2014/main" id="{55FEFCB9-B950-4E6D-A26D-5CAA695B3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47601" y="1908454"/>
            <a:ext cx="22617" cy="30065"/>
          </a:xfrm>
          <a:custGeom xmlns:a="http://schemas.openxmlformats.org/drawingml/2006/main">
            <a:rect l="l" t="t" r="r" b="b"/>
            <a:pathLst>
              <a:path w="310" h="406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lnTo>
                  <a:pt x="0" y="262"/>
                </a:lnTo>
                <a:cubicBezTo>
                  <a:pt x="0" y="334"/>
                  <a:pt x="72" y="405"/>
                  <a:pt x="143" y="405"/>
                </a:cubicBezTo>
                <a:cubicBezTo>
                  <a:pt x="238" y="405"/>
                  <a:pt x="310" y="334"/>
                  <a:pt x="310" y="262"/>
                </a:cubicBezTo>
                <a:lnTo>
                  <a:pt x="310" y="143"/>
                </a:lnTo>
                <a:cubicBezTo>
                  <a:pt x="310" y="72"/>
                  <a:pt x="238" y="1"/>
                  <a:pt x="143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7" name="Google Shape;2834;p94">
            <a:extLst xmlns:a="http://schemas.openxmlformats.org/drawingml/2006/main">
              <a:ext uri="{FF2B5EF4-FFF2-40B4-BE49-F238E27FC236}">
                <a16:creationId xmlns:a16="http://schemas.microsoft.com/office/drawing/2014/main" id="{7744B76A-7E2F-4647-AFE0-2BE9E0BEA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248363" y="1843211"/>
            <a:ext cx="22691" cy="30065"/>
          </a:xfrm>
          <a:custGeom xmlns:a="http://schemas.openxmlformats.org/drawingml/2006/main">
            <a:rect l="l" t="t" r="r" b="b"/>
            <a:pathLst>
              <a:path w="311" h="406">
                <a:moveTo>
                  <a:pt x="167" y="0"/>
                </a:moveTo>
                <a:cubicBezTo>
                  <a:pt x="72" y="0"/>
                  <a:pt x="0" y="48"/>
                  <a:pt x="0" y="143"/>
                </a:cubicBezTo>
                <a:lnTo>
                  <a:pt x="0" y="239"/>
                </a:lnTo>
                <a:cubicBezTo>
                  <a:pt x="0" y="334"/>
                  <a:pt x="72" y="405"/>
                  <a:pt x="167" y="405"/>
                </a:cubicBezTo>
                <a:cubicBezTo>
                  <a:pt x="239" y="405"/>
                  <a:pt x="310" y="334"/>
                  <a:pt x="310" y="239"/>
                </a:cubicBezTo>
                <a:lnTo>
                  <a:pt x="310" y="143"/>
                </a:lnTo>
                <a:cubicBezTo>
                  <a:pt x="310" y="48"/>
                  <a:pt x="239" y="0"/>
                  <a:pt x="16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8" name="Google Shape;2835;p94">
            <a:extLst xmlns:a="http://schemas.openxmlformats.org/drawingml/2006/main">
              <a:ext uri="{FF2B5EF4-FFF2-40B4-BE49-F238E27FC236}">
                <a16:creationId xmlns:a16="http://schemas.microsoft.com/office/drawing/2014/main" id="{B47F7931-0525-4A4A-A688-A97F9D9A7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11440"/>
            <a:ext cx="59172" cy="21254"/>
          </a:xfrm>
          <a:custGeom xmlns:a="http://schemas.openxmlformats.org/drawingml/2006/main">
            <a:rect l="l" t="t" r="r" b="b"/>
            <a:pathLst>
              <a:path w="811" h="287">
                <a:moveTo>
                  <a:pt x="144" y="1"/>
                </a:moveTo>
                <a:cubicBezTo>
                  <a:pt x="72" y="1"/>
                  <a:pt x="1" y="72"/>
                  <a:pt x="1" y="144"/>
                </a:cubicBezTo>
                <a:cubicBezTo>
                  <a:pt x="1" y="239"/>
                  <a:pt x="72" y="287"/>
                  <a:pt x="144" y="287"/>
                </a:cubicBezTo>
                <a:lnTo>
                  <a:pt x="667" y="287"/>
                </a:lnTo>
                <a:cubicBezTo>
                  <a:pt x="739" y="287"/>
                  <a:pt x="810" y="239"/>
                  <a:pt x="810" y="144"/>
                </a:cubicBezTo>
                <a:cubicBezTo>
                  <a:pt x="810" y="72"/>
                  <a:pt x="739" y="1"/>
                  <a:pt x="66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9" name="Google Shape;2836;p94">
            <a:extLst xmlns:a="http://schemas.openxmlformats.org/drawingml/2006/main">
              <a:ext uri="{FF2B5EF4-FFF2-40B4-BE49-F238E27FC236}">
                <a16:creationId xmlns:a16="http://schemas.microsoft.com/office/drawing/2014/main" id="{A22304E9-8CB9-45F4-9FEA-19CA267AF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52022"/>
            <a:ext cx="102586" cy="23030"/>
          </a:xfrm>
          <a:custGeom xmlns:a="http://schemas.openxmlformats.org/drawingml/2006/main">
            <a:rect l="l" t="t" r="r" b="b"/>
            <a:pathLst>
              <a:path w="1406" h="311">
                <a:moveTo>
                  <a:pt x="144" y="0"/>
                </a:moveTo>
                <a:cubicBezTo>
                  <a:pt x="72" y="0"/>
                  <a:pt x="1" y="72"/>
                  <a:pt x="1" y="143"/>
                </a:cubicBezTo>
                <a:cubicBezTo>
                  <a:pt x="1" y="239"/>
                  <a:pt x="72" y="310"/>
                  <a:pt x="144" y="310"/>
                </a:cubicBezTo>
                <a:lnTo>
                  <a:pt x="1239" y="310"/>
                </a:lnTo>
                <a:cubicBezTo>
                  <a:pt x="1334" y="310"/>
                  <a:pt x="1406" y="239"/>
                  <a:pt x="1406" y="143"/>
                </a:cubicBezTo>
                <a:cubicBezTo>
                  <a:pt x="1406" y="72"/>
                  <a:pt x="1334" y="0"/>
                  <a:pt x="1239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0" name="Google Shape;2837;p94">
            <a:extLst xmlns:a="http://schemas.openxmlformats.org/drawingml/2006/main">
              <a:ext uri="{FF2B5EF4-FFF2-40B4-BE49-F238E27FC236}">
                <a16:creationId xmlns:a16="http://schemas.microsoft.com/office/drawing/2014/main" id="{63E24310-775D-41A9-9D72-4EE6F8DE7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451638" y="1846765"/>
            <a:ext cx="67855" cy="116416"/>
          </a:xfrm>
          <a:custGeom xmlns:a="http://schemas.openxmlformats.org/drawingml/2006/main">
            <a:rect l="l" t="t" r="r" b="b"/>
            <a:pathLst>
              <a:path w="930" h="1572">
                <a:moveTo>
                  <a:pt x="453" y="0"/>
                </a:moveTo>
                <a:cubicBezTo>
                  <a:pt x="382" y="0"/>
                  <a:pt x="310" y="48"/>
                  <a:pt x="310" y="143"/>
                </a:cubicBezTo>
                <a:lnTo>
                  <a:pt x="310" y="167"/>
                </a:lnTo>
                <a:cubicBezTo>
                  <a:pt x="144" y="214"/>
                  <a:pt x="1" y="357"/>
                  <a:pt x="1" y="548"/>
                </a:cubicBezTo>
                <a:cubicBezTo>
                  <a:pt x="1" y="762"/>
                  <a:pt x="167" y="929"/>
                  <a:pt x="382" y="929"/>
                </a:cubicBezTo>
                <a:lnTo>
                  <a:pt x="525" y="929"/>
                </a:lnTo>
                <a:cubicBezTo>
                  <a:pt x="572" y="929"/>
                  <a:pt x="620" y="976"/>
                  <a:pt x="620" y="1024"/>
                </a:cubicBezTo>
                <a:cubicBezTo>
                  <a:pt x="620" y="1072"/>
                  <a:pt x="572" y="1119"/>
                  <a:pt x="525" y="1119"/>
                </a:cubicBezTo>
                <a:lnTo>
                  <a:pt x="382" y="1119"/>
                </a:lnTo>
                <a:cubicBezTo>
                  <a:pt x="358" y="1119"/>
                  <a:pt x="310" y="1095"/>
                  <a:pt x="310" y="1048"/>
                </a:cubicBezTo>
                <a:cubicBezTo>
                  <a:pt x="293" y="994"/>
                  <a:pt x="234" y="967"/>
                  <a:pt x="176" y="967"/>
                </a:cubicBezTo>
                <a:cubicBezTo>
                  <a:pt x="157" y="967"/>
                  <a:pt x="138" y="970"/>
                  <a:pt x="120" y="976"/>
                </a:cubicBezTo>
                <a:cubicBezTo>
                  <a:pt x="48" y="1024"/>
                  <a:pt x="1" y="1095"/>
                  <a:pt x="48" y="1167"/>
                </a:cubicBezTo>
                <a:cubicBezTo>
                  <a:pt x="96" y="1286"/>
                  <a:pt x="191" y="1381"/>
                  <a:pt x="310" y="1405"/>
                </a:cubicBezTo>
                <a:cubicBezTo>
                  <a:pt x="310" y="1500"/>
                  <a:pt x="382" y="1572"/>
                  <a:pt x="453" y="1572"/>
                </a:cubicBezTo>
                <a:cubicBezTo>
                  <a:pt x="549" y="1572"/>
                  <a:pt x="620" y="1500"/>
                  <a:pt x="620" y="1405"/>
                </a:cubicBezTo>
                <a:cubicBezTo>
                  <a:pt x="787" y="1357"/>
                  <a:pt x="930" y="1215"/>
                  <a:pt x="930" y="1024"/>
                </a:cubicBezTo>
                <a:cubicBezTo>
                  <a:pt x="930" y="810"/>
                  <a:pt x="739" y="643"/>
                  <a:pt x="525" y="643"/>
                </a:cubicBezTo>
                <a:lnTo>
                  <a:pt x="382" y="643"/>
                </a:lnTo>
                <a:cubicBezTo>
                  <a:pt x="334" y="643"/>
                  <a:pt x="310" y="595"/>
                  <a:pt x="310" y="548"/>
                </a:cubicBezTo>
                <a:cubicBezTo>
                  <a:pt x="310" y="500"/>
                  <a:pt x="334" y="453"/>
                  <a:pt x="382" y="453"/>
                </a:cubicBezTo>
                <a:lnTo>
                  <a:pt x="525" y="453"/>
                </a:lnTo>
                <a:cubicBezTo>
                  <a:pt x="572" y="453"/>
                  <a:pt x="596" y="476"/>
                  <a:pt x="620" y="500"/>
                </a:cubicBezTo>
                <a:cubicBezTo>
                  <a:pt x="635" y="546"/>
                  <a:pt x="681" y="573"/>
                  <a:pt x="730" y="573"/>
                </a:cubicBezTo>
                <a:cubicBezTo>
                  <a:pt x="757" y="573"/>
                  <a:pt x="785" y="565"/>
                  <a:pt x="810" y="548"/>
                </a:cubicBezTo>
                <a:cubicBezTo>
                  <a:pt x="882" y="500"/>
                  <a:pt x="906" y="405"/>
                  <a:pt x="858" y="333"/>
                </a:cubicBezTo>
                <a:cubicBezTo>
                  <a:pt x="787" y="238"/>
                  <a:pt x="715" y="191"/>
                  <a:pt x="620" y="167"/>
                </a:cubicBezTo>
                <a:lnTo>
                  <a:pt x="620" y="143"/>
                </a:lnTo>
                <a:cubicBezTo>
                  <a:pt x="620" y="48"/>
                  <a:pt x="549" y="0"/>
                  <a:pt x="453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1" name="Google Shape;2838;p94">
            <a:extLst xmlns:a="http://schemas.openxmlformats.org/drawingml/2006/main">
              <a:ext uri="{FF2B5EF4-FFF2-40B4-BE49-F238E27FC236}">
                <a16:creationId xmlns:a16="http://schemas.microsoft.com/office/drawing/2014/main" id="{1CDDB715-7B95-462C-9967-13D266FAA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94289" y="1811440"/>
            <a:ext cx="182552" cy="185289"/>
          </a:xfrm>
          <a:custGeom xmlns:a="http://schemas.openxmlformats.org/drawingml/2006/main">
            <a:rect l="l" t="t" r="r" b="b"/>
            <a:pathLst>
              <a:path w="2502" h="2502">
                <a:moveTo>
                  <a:pt x="1239" y="287"/>
                </a:moveTo>
                <a:cubicBezTo>
                  <a:pt x="1763" y="287"/>
                  <a:pt x="2216" y="715"/>
                  <a:pt x="2216" y="1263"/>
                </a:cubicBezTo>
                <a:cubicBezTo>
                  <a:pt x="2216" y="1787"/>
                  <a:pt x="1787" y="2215"/>
                  <a:pt x="1239" y="2215"/>
                </a:cubicBezTo>
                <a:cubicBezTo>
                  <a:pt x="715" y="2215"/>
                  <a:pt x="287" y="1787"/>
                  <a:pt x="287" y="1263"/>
                </a:cubicBezTo>
                <a:cubicBezTo>
                  <a:pt x="287" y="715"/>
                  <a:pt x="715" y="287"/>
                  <a:pt x="1239" y="287"/>
                </a:cubicBezTo>
                <a:close/>
                <a:moveTo>
                  <a:pt x="1239" y="1"/>
                </a:moveTo>
                <a:cubicBezTo>
                  <a:pt x="549" y="1"/>
                  <a:pt x="1" y="548"/>
                  <a:pt x="1" y="1239"/>
                </a:cubicBezTo>
                <a:cubicBezTo>
                  <a:pt x="1" y="1954"/>
                  <a:pt x="549" y="2501"/>
                  <a:pt x="1239" y="2501"/>
                </a:cubicBezTo>
                <a:cubicBezTo>
                  <a:pt x="1930" y="2501"/>
                  <a:pt x="2501" y="1954"/>
                  <a:pt x="2501" y="1239"/>
                </a:cubicBezTo>
                <a:cubicBezTo>
                  <a:pt x="2501" y="572"/>
                  <a:pt x="1930" y="1"/>
                  <a:pt x="1239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2" name="Google Shape;2839;p94">
            <a:extLst xmlns:a="http://schemas.openxmlformats.org/drawingml/2006/main">
              <a:ext uri="{FF2B5EF4-FFF2-40B4-BE49-F238E27FC236}">
                <a16:creationId xmlns:a16="http://schemas.microsoft.com/office/drawing/2014/main" id="{A70DD2A2-0340-45FA-8CF8-DF2336D71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7" y="2023092"/>
            <a:ext cx="99157" cy="23030"/>
          </a:xfrm>
          <a:custGeom xmlns:a="http://schemas.openxmlformats.org/drawingml/2006/main">
            <a:rect l="l" t="t" r="r" b="b"/>
            <a:pathLst>
              <a:path w="1359" h="311">
                <a:moveTo>
                  <a:pt x="144" y="0"/>
                </a:moveTo>
                <a:cubicBezTo>
                  <a:pt x="48" y="0"/>
                  <a:pt x="1" y="72"/>
                  <a:pt x="1" y="143"/>
                </a:cubicBezTo>
                <a:cubicBezTo>
                  <a:pt x="1" y="239"/>
                  <a:pt x="48" y="310"/>
                  <a:pt x="144" y="310"/>
                </a:cubicBezTo>
                <a:lnTo>
                  <a:pt x="1215" y="310"/>
                </a:lnTo>
                <a:cubicBezTo>
                  <a:pt x="1287" y="310"/>
                  <a:pt x="1358" y="239"/>
                  <a:pt x="1358" y="143"/>
                </a:cubicBezTo>
                <a:cubicBezTo>
                  <a:pt x="1358" y="72"/>
                  <a:pt x="1311" y="0"/>
                  <a:pt x="1215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3" name="Google Shape;2840;p94">
            <a:extLst xmlns:a="http://schemas.openxmlformats.org/drawingml/2006/main">
              <a:ext uri="{FF2B5EF4-FFF2-40B4-BE49-F238E27FC236}">
                <a16:creationId xmlns:a16="http://schemas.microsoft.com/office/drawing/2014/main" id="{1586897E-C8DB-4D8D-A6FC-CC336C6E5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519422" y="2067156"/>
            <a:ext cx="55670" cy="21254"/>
          </a:xfrm>
          <a:custGeom xmlns:a="http://schemas.openxmlformats.org/drawingml/2006/main">
            <a:rect l="l" t="t" r="r" b="b"/>
            <a:pathLst>
              <a:path w="763" h="287">
                <a:moveTo>
                  <a:pt x="143" y="1"/>
                </a:moveTo>
                <a:cubicBezTo>
                  <a:pt x="48" y="1"/>
                  <a:pt x="1" y="48"/>
                  <a:pt x="1" y="144"/>
                </a:cubicBezTo>
                <a:cubicBezTo>
                  <a:pt x="1" y="215"/>
                  <a:pt x="48" y="287"/>
                  <a:pt x="143" y="287"/>
                </a:cubicBezTo>
                <a:lnTo>
                  <a:pt x="596" y="287"/>
                </a:lnTo>
                <a:cubicBezTo>
                  <a:pt x="691" y="287"/>
                  <a:pt x="763" y="215"/>
                  <a:pt x="763" y="144"/>
                </a:cubicBezTo>
                <a:cubicBezTo>
                  <a:pt x="763" y="72"/>
                  <a:pt x="691" y="1"/>
                  <a:pt x="596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4" name="Google Shape;2841;p94">
            <a:extLst xmlns:a="http://schemas.openxmlformats.org/drawingml/2006/main">
              <a:ext uri="{FF2B5EF4-FFF2-40B4-BE49-F238E27FC236}">
                <a16:creationId xmlns:a16="http://schemas.microsoft.com/office/drawing/2014/main" id="{FFC49C6E-C848-4646-951F-A04CB5065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7" y="2067156"/>
            <a:ext cx="62675" cy="21254"/>
          </a:xfrm>
          <a:custGeom xmlns:a="http://schemas.openxmlformats.org/drawingml/2006/main">
            <a:rect l="l" t="t" r="r" b="b"/>
            <a:pathLst>
              <a:path w="859" h="287">
                <a:moveTo>
                  <a:pt x="144" y="1"/>
                </a:moveTo>
                <a:cubicBezTo>
                  <a:pt x="48" y="1"/>
                  <a:pt x="1" y="48"/>
                  <a:pt x="1" y="144"/>
                </a:cubicBezTo>
                <a:cubicBezTo>
                  <a:pt x="1" y="215"/>
                  <a:pt x="48" y="287"/>
                  <a:pt x="144" y="287"/>
                </a:cubicBezTo>
                <a:lnTo>
                  <a:pt x="715" y="287"/>
                </a:lnTo>
                <a:cubicBezTo>
                  <a:pt x="787" y="287"/>
                  <a:pt x="858" y="215"/>
                  <a:pt x="858" y="144"/>
                </a:cubicBezTo>
                <a:cubicBezTo>
                  <a:pt x="858" y="72"/>
                  <a:pt x="811" y="1"/>
                  <a:pt x="7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5" name="Google Shape;2842;p94">
            <a:extLst xmlns:a="http://schemas.openxmlformats.org/drawingml/2006/main">
              <a:ext uri="{FF2B5EF4-FFF2-40B4-BE49-F238E27FC236}">
                <a16:creationId xmlns:a16="http://schemas.microsoft.com/office/drawing/2014/main" id="{E0A6ABB4-1A4E-4C40-94DD-ABFCC867C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463823" y="2067156"/>
            <a:ext cx="41806" cy="21254"/>
          </a:xfrm>
          <a:custGeom xmlns:a="http://schemas.openxmlformats.org/drawingml/2006/main">
            <a:rect l="l" t="t" r="r" b="b"/>
            <a:pathLst>
              <a:path w="573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7"/>
                  <a:pt x="143" y="287"/>
                </a:cubicBezTo>
                <a:lnTo>
                  <a:pt x="429" y="287"/>
                </a:lnTo>
                <a:cubicBezTo>
                  <a:pt x="501" y="287"/>
                  <a:pt x="572" y="215"/>
                  <a:pt x="572" y="144"/>
                </a:cubicBezTo>
                <a:cubicBezTo>
                  <a:pt x="572" y="72"/>
                  <a:pt x="501" y="1"/>
                  <a:pt x="429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6" name="Google Shape;2843;p94">
            <a:extLst xmlns:a="http://schemas.openxmlformats.org/drawingml/2006/main">
              <a:ext uri="{FF2B5EF4-FFF2-40B4-BE49-F238E27FC236}">
                <a16:creationId xmlns:a16="http://schemas.microsoft.com/office/drawing/2014/main" id="{CD473C5C-0B88-480E-A2D4-0D32BB0F4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7" y="2109516"/>
            <a:ext cx="187734" cy="22957"/>
          </a:xfrm>
          <a:custGeom xmlns:a="http://schemas.openxmlformats.org/drawingml/2006/main">
            <a:rect l="l" t="t" r="r" b="b"/>
            <a:pathLst>
              <a:path w="2573" h="310">
                <a:moveTo>
                  <a:pt x="144" y="0"/>
                </a:moveTo>
                <a:cubicBezTo>
                  <a:pt x="48" y="0"/>
                  <a:pt x="1" y="72"/>
                  <a:pt x="1" y="143"/>
                </a:cubicBezTo>
                <a:cubicBezTo>
                  <a:pt x="1" y="239"/>
                  <a:pt x="48" y="310"/>
                  <a:pt x="144" y="310"/>
                </a:cubicBezTo>
                <a:lnTo>
                  <a:pt x="2430" y="310"/>
                </a:lnTo>
                <a:cubicBezTo>
                  <a:pt x="2525" y="310"/>
                  <a:pt x="2573" y="239"/>
                  <a:pt x="2573" y="143"/>
                </a:cubicBezTo>
                <a:cubicBezTo>
                  <a:pt x="2573" y="72"/>
                  <a:pt x="2525" y="0"/>
                  <a:pt x="2430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4" name="Google Shape;2819;p94">
            <a:extLst xmlns:a="http://schemas.openxmlformats.org/drawingml/2006/main">
              <a:ext uri="{FF2B5EF4-FFF2-40B4-BE49-F238E27FC236}">
                <a16:creationId xmlns:a16="http://schemas.microsoft.com/office/drawing/2014/main" id="{52E5E9FB-5D6C-452D-9239-4E6C5C313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20541" y="1913934"/>
            <a:ext cx="38305" cy="28808"/>
          </a:xfrm>
          <a:custGeom xmlns:a="http://schemas.openxmlformats.org/drawingml/2006/main">
            <a:rect l="l" t="t" r="r" b="b"/>
            <a:pathLst>
              <a:path w="525" h="389">
                <a:moveTo>
                  <a:pt x="348" y="1"/>
                </a:moveTo>
                <a:cubicBezTo>
                  <a:pt x="335" y="1"/>
                  <a:pt x="323" y="3"/>
                  <a:pt x="310" y="7"/>
                </a:cubicBezTo>
                <a:lnTo>
                  <a:pt x="96" y="102"/>
                </a:lnTo>
                <a:cubicBezTo>
                  <a:pt x="24" y="126"/>
                  <a:pt x="1" y="221"/>
                  <a:pt x="24" y="293"/>
                </a:cubicBezTo>
                <a:cubicBezTo>
                  <a:pt x="48" y="340"/>
                  <a:pt x="96" y="388"/>
                  <a:pt x="143" y="388"/>
                </a:cubicBezTo>
                <a:cubicBezTo>
                  <a:pt x="167" y="388"/>
                  <a:pt x="191" y="388"/>
                  <a:pt x="215" y="364"/>
                </a:cubicBezTo>
                <a:lnTo>
                  <a:pt x="405" y="293"/>
                </a:lnTo>
                <a:cubicBezTo>
                  <a:pt x="477" y="269"/>
                  <a:pt x="524" y="174"/>
                  <a:pt x="501" y="102"/>
                </a:cubicBezTo>
                <a:cubicBezTo>
                  <a:pt x="461" y="44"/>
                  <a:pt x="406" y="1"/>
                  <a:pt x="34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5" name="Google Shape;2820;p94">
            <a:extLst xmlns:a="http://schemas.openxmlformats.org/drawingml/2006/main">
              <a:ext uri="{FF2B5EF4-FFF2-40B4-BE49-F238E27FC236}">
                <a16:creationId xmlns:a16="http://schemas.microsoft.com/office/drawing/2014/main" id="{C19D252E-028A-4E9C-A145-063B97090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7923" y="1873128"/>
            <a:ext cx="34876" cy="34287"/>
          </a:xfrm>
          <a:custGeom xmlns:a="http://schemas.openxmlformats.org/drawingml/2006/main">
            <a:rect l="l" t="t" r="r" b="b"/>
            <a:pathLst>
              <a:path w="478" h="463">
                <a:moveTo>
                  <a:pt x="298" y="1"/>
                </a:moveTo>
                <a:cubicBezTo>
                  <a:pt x="258" y="1"/>
                  <a:pt x="218" y="19"/>
                  <a:pt x="191" y="58"/>
                </a:cubicBezTo>
                <a:lnTo>
                  <a:pt x="49" y="225"/>
                </a:lnTo>
                <a:cubicBezTo>
                  <a:pt x="1" y="296"/>
                  <a:pt x="25" y="391"/>
                  <a:pt x="96" y="439"/>
                </a:cubicBezTo>
                <a:cubicBezTo>
                  <a:pt x="120" y="463"/>
                  <a:pt x="144" y="463"/>
                  <a:pt x="168" y="463"/>
                </a:cubicBezTo>
                <a:cubicBezTo>
                  <a:pt x="215" y="463"/>
                  <a:pt x="263" y="439"/>
                  <a:pt x="287" y="415"/>
                </a:cubicBezTo>
                <a:lnTo>
                  <a:pt x="430" y="225"/>
                </a:lnTo>
                <a:cubicBezTo>
                  <a:pt x="477" y="177"/>
                  <a:pt x="453" y="82"/>
                  <a:pt x="382" y="34"/>
                </a:cubicBezTo>
                <a:cubicBezTo>
                  <a:pt x="361" y="13"/>
                  <a:pt x="330" y="1"/>
                  <a:pt x="29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6" name="Google Shape;2821;p94">
            <a:extLst xmlns:a="http://schemas.openxmlformats.org/drawingml/2006/main">
              <a:ext uri="{FF2B5EF4-FFF2-40B4-BE49-F238E27FC236}">
                <a16:creationId xmlns:a16="http://schemas.microsoft.com/office/drawing/2014/main" id="{2E0700E6-BC62-488B-9195-35955F5A5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29223" y="1960292"/>
            <a:ext cx="38305" cy="24735"/>
          </a:xfrm>
          <a:custGeom xmlns:a="http://schemas.openxmlformats.org/drawingml/2006/main">
            <a:rect l="l" t="t" r="r" b="b"/>
            <a:pathLst>
              <a:path w="525" h="334">
                <a:moveTo>
                  <a:pt x="191" y="0"/>
                </a:moveTo>
                <a:cubicBezTo>
                  <a:pt x="96" y="0"/>
                  <a:pt x="24" y="48"/>
                  <a:pt x="24" y="119"/>
                </a:cubicBezTo>
                <a:cubicBezTo>
                  <a:pt x="1" y="215"/>
                  <a:pt x="48" y="286"/>
                  <a:pt x="143" y="286"/>
                </a:cubicBezTo>
                <a:lnTo>
                  <a:pt x="358" y="334"/>
                </a:lnTo>
                <a:lnTo>
                  <a:pt x="382" y="334"/>
                </a:lnTo>
                <a:cubicBezTo>
                  <a:pt x="453" y="334"/>
                  <a:pt x="501" y="286"/>
                  <a:pt x="525" y="215"/>
                </a:cubicBezTo>
                <a:cubicBezTo>
                  <a:pt x="525" y="119"/>
                  <a:pt x="477" y="48"/>
                  <a:pt x="405" y="48"/>
                </a:cubicBezTo>
                <a:lnTo>
                  <a:pt x="191" y="0"/>
                </a:ln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7" name="Google Shape;2822;p94">
            <a:extLst xmlns:a="http://schemas.openxmlformats.org/drawingml/2006/main">
              <a:ext uri="{FF2B5EF4-FFF2-40B4-BE49-F238E27FC236}">
                <a16:creationId xmlns:a16="http://schemas.microsoft.com/office/drawing/2014/main" id="{BB9D70BA-2CE9-49FD-B772-C544AC6A4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710488" y="1722647"/>
            <a:ext cx="738530" cy="731528"/>
          </a:xfrm>
          <a:custGeom xmlns:a="http://schemas.openxmlformats.org/drawingml/2006/main">
            <a:rect l="l" t="t" r="r" b="b"/>
            <a:pathLst>
              <a:path w="10122" h="9878">
                <a:moveTo>
                  <a:pt x="4787" y="423"/>
                </a:moveTo>
                <a:lnTo>
                  <a:pt x="6168" y="994"/>
                </a:lnTo>
                <a:lnTo>
                  <a:pt x="5240" y="1376"/>
                </a:lnTo>
                <a:cubicBezTo>
                  <a:pt x="5233" y="1382"/>
                  <a:pt x="5226" y="1385"/>
                  <a:pt x="5219" y="1385"/>
                </a:cubicBezTo>
                <a:cubicBezTo>
                  <a:pt x="5202" y="1385"/>
                  <a:pt x="5185" y="1369"/>
                  <a:pt x="5168" y="1352"/>
                </a:cubicBezTo>
                <a:lnTo>
                  <a:pt x="4787" y="423"/>
                </a:lnTo>
                <a:close/>
                <a:moveTo>
                  <a:pt x="8216" y="2066"/>
                </a:moveTo>
                <a:cubicBezTo>
                  <a:pt x="8264" y="2066"/>
                  <a:pt x="8312" y="2090"/>
                  <a:pt x="8312" y="2138"/>
                </a:cubicBezTo>
                <a:lnTo>
                  <a:pt x="8312" y="2566"/>
                </a:lnTo>
                <a:cubicBezTo>
                  <a:pt x="8312" y="2614"/>
                  <a:pt x="8264" y="2661"/>
                  <a:pt x="8216" y="2661"/>
                </a:cubicBezTo>
                <a:lnTo>
                  <a:pt x="7407" y="2661"/>
                </a:lnTo>
                <a:lnTo>
                  <a:pt x="7168" y="2066"/>
                </a:lnTo>
                <a:close/>
                <a:moveTo>
                  <a:pt x="8788" y="1280"/>
                </a:moveTo>
                <a:cubicBezTo>
                  <a:pt x="8931" y="1280"/>
                  <a:pt x="9050" y="1399"/>
                  <a:pt x="9050" y="1542"/>
                </a:cubicBezTo>
                <a:lnTo>
                  <a:pt x="9050" y="3924"/>
                </a:lnTo>
                <a:lnTo>
                  <a:pt x="7954" y="3924"/>
                </a:lnTo>
                <a:lnTo>
                  <a:pt x="7550" y="2947"/>
                </a:lnTo>
                <a:lnTo>
                  <a:pt x="8216" y="2947"/>
                </a:lnTo>
                <a:cubicBezTo>
                  <a:pt x="8431" y="2947"/>
                  <a:pt x="8597" y="2781"/>
                  <a:pt x="8597" y="2566"/>
                </a:cubicBezTo>
                <a:lnTo>
                  <a:pt x="8597" y="2138"/>
                </a:lnTo>
                <a:cubicBezTo>
                  <a:pt x="8597" y="1923"/>
                  <a:pt x="8431" y="1757"/>
                  <a:pt x="8216" y="1757"/>
                </a:cubicBezTo>
                <a:lnTo>
                  <a:pt x="7049" y="1757"/>
                </a:lnTo>
                <a:lnTo>
                  <a:pt x="6835" y="1280"/>
                </a:lnTo>
                <a:close/>
                <a:moveTo>
                  <a:pt x="4430" y="352"/>
                </a:moveTo>
                <a:lnTo>
                  <a:pt x="4906" y="1471"/>
                </a:lnTo>
                <a:cubicBezTo>
                  <a:pt x="4954" y="1614"/>
                  <a:pt x="5073" y="1685"/>
                  <a:pt x="5216" y="1685"/>
                </a:cubicBezTo>
                <a:cubicBezTo>
                  <a:pt x="5263" y="1685"/>
                  <a:pt x="5311" y="1685"/>
                  <a:pt x="5359" y="1661"/>
                </a:cubicBezTo>
                <a:lnTo>
                  <a:pt x="6478" y="1185"/>
                </a:lnTo>
                <a:lnTo>
                  <a:pt x="7621" y="3947"/>
                </a:lnTo>
                <a:lnTo>
                  <a:pt x="6907" y="3947"/>
                </a:lnTo>
                <a:cubicBezTo>
                  <a:pt x="6835" y="3947"/>
                  <a:pt x="6764" y="3995"/>
                  <a:pt x="6764" y="4090"/>
                </a:cubicBezTo>
                <a:cubicBezTo>
                  <a:pt x="6764" y="4162"/>
                  <a:pt x="6835" y="4233"/>
                  <a:pt x="6907" y="4233"/>
                </a:cubicBezTo>
                <a:lnTo>
                  <a:pt x="9574" y="4233"/>
                </a:lnTo>
                <a:cubicBezTo>
                  <a:pt x="9717" y="4233"/>
                  <a:pt x="9812" y="4352"/>
                  <a:pt x="9812" y="4471"/>
                </a:cubicBezTo>
                <a:lnTo>
                  <a:pt x="9812" y="8972"/>
                </a:lnTo>
                <a:cubicBezTo>
                  <a:pt x="9812" y="9330"/>
                  <a:pt x="9550" y="9591"/>
                  <a:pt x="9193" y="9591"/>
                </a:cubicBezTo>
                <a:lnTo>
                  <a:pt x="1596" y="9591"/>
                </a:lnTo>
                <a:cubicBezTo>
                  <a:pt x="1739" y="9425"/>
                  <a:pt x="1834" y="9210"/>
                  <a:pt x="1834" y="8972"/>
                </a:cubicBezTo>
                <a:lnTo>
                  <a:pt x="1834" y="7353"/>
                </a:lnTo>
                <a:cubicBezTo>
                  <a:pt x="1834" y="7281"/>
                  <a:pt x="1763" y="7210"/>
                  <a:pt x="1667" y="7210"/>
                </a:cubicBezTo>
                <a:cubicBezTo>
                  <a:pt x="1596" y="7210"/>
                  <a:pt x="1524" y="7281"/>
                  <a:pt x="1524" y="7353"/>
                </a:cubicBezTo>
                <a:lnTo>
                  <a:pt x="1524" y="8972"/>
                </a:lnTo>
                <a:cubicBezTo>
                  <a:pt x="1524" y="9330"/>
                  <a:pt x="1262" y="9591"/>
                  <a:pt x="905" y="9591"/>
                </a:cubicBezTo>
                <a:cubicBezTo>
                  <a:pt x="572" y="9591"/>
                  <a:pt x="286" y="9330"/>
                  <a:pt x="286" y="8972"/>
                </a:cubicBezTo>
                <a:lnTo>
                  <a:pt x="286" y="2590"/>
                </a:lnTo>
                <a:cubicBezTo>
                  <a:pt x="286" y="2447"/>
                  <a:pt x="405" y="2328"/>
                  <a:pt x="548" y="2328"/>
                </a:cubicBezTo>
                <a:lnTo>
                  <a:pt x="834" y="2328"/>
                </a:lnTo>
                <a:lnTo>
                  <a:pt x="1120" y="3066"/>
                </a:lnTo>
                <a:cubicBezTo>
                  <a:pt x="1155" y="3120"/>
                  <a:pt x="1204" y="3147"/>
                  <a:pt x="1257" y="3147"/>
                </a:cubicBezTo>
                <a:cubicBezTo>
                  <a:pt x="1274" y="3147"/>
                  <a:pt x="1292" y="3144"/>
                  <a:pt x="1310" y="3138"/>
                </a:cubicBezTo>
                <a:cubicBezTo>
                  <a:pt x="1382" y="3114"/>
                  <a:pt x="1429" y="3019"/>
                  <a:pt x="1405" y="2947"/>
                </a:cubicBezTo>
                <a:lnTo>
                  <a:pt x="953" y="1876"/>
                </a:lnTo>
                <a:cubicBezTo>
                  <a:pt x="929" y="1852"/>
                  <a:pt x="953" y="1804"/>
                  <a:pt x="977" y="1804"/>
                </a:cubicBezTo>
                <a:lnTo>
                  <a:pt x="4430" y="352"/>
                </a:lnTo>
                <a:close/>
                <a:moveTo>
                  <a:pt x="4513" y="0"/>
                </a:moveTo>
                <a:cubicBezTo>
                  <a:pt x="4495" y="0"/>
                  <a:pt x="4477" y="6"/>
                  <a:pt x="4454" y="18"/>
                </a:cubicBezTo>
                <a:lnTo>
                  <a:pt x="858" y="1518"/>
                </a:lnTo>
                <a:cubicBezTo>
                  <a:pt x="691" y="1590"/>
                  <a:pt x="596" y="1804"/>
                  <a:pt x="667" y="1971"/>
                </a:cubicBezTo>
                <a:lnTo>
                  <a:pt x="691" y="2042"/>
                </a:lnTo>
                <a:lnTo>
                  <a:pt x="548" y="2042"/>
                </a:lnTo>
                <a:cubicBezTo>
                  <a:pt x="238" y="2042"/>
                  <a:pt x="0" y="2280"/>
                  <a:pt x="0" y="2590"/>
                </a:cubicBezTo>
                <a:lnTo>
                  <a:pt x="0" y="8972"/>
                </a:lnTo>
                <a:cubicBezTo>
                  <a:pt x="0" y="9472"/>
                  <a:pt x="405" y="9877"/>
                  <a:pt x="905" y="9877"/>
                </a:cubicBezTo>
                <a:lnTo>
                  <a:pt x="9193" y="9877"/>
                </a:lnTo>
                <a:cubicBezTo>
                  <a:pt x="9717" y="9877"/>
                  <a:pt x="10121" y="9472"/>
                  <a:pt x="10121" y="8972"/>
                </a:cubicBezTo>
                <a:lnTo>
                  <a:pt x="10121" y="4471"/>
                </a:lnTo>
                <a:cubicBezTo>
                  <a:pt x="10121" y="4162"/>
                  <a:pt x="9860" y="3924"/>
                  <a:pt x="9574" y="3924"/>
                </a:cubicBezTo>
                <a:lnTo>
                  <a:pt x="9336" y="3924"/>
                </a:lnTo>
                <a:lnTo>
                  <a:pt x="9336" y="1542"/>
                </a:lnTo>
                <a:cubicBezTo>
                  <a:pt x="9336" y="1233"/>
                  <a:pt x="9097" y="994"/>
                  <a:pt x="8788" y="994"/>
                </a:cubicBezTo>
                <a:lnTo>
                  <a:pt x="6716" y="994"/>
                </a:lnTo>
                <a:lnTo>
                  <a:pt x="6692" y="923"/>
                </a:lnTo>
                <a:cubicBezTo>
                  <a:pt x="6668" y="899"/>
                  <a:pt x="6645" y="852"/>
                  <a:pt x="6621" y="852"/>
                </a:cubicBezTo>
                <a:lnTo>
                  <a:pt x="4573" y="18"/>
                </a:lnTo>
                <a:cubicBezTo>
                  <a:pt x="4549" y="6"/>
                  <a:pt x="4531" y="0"/>
                  <a:pt x="4513" y="0"/>
                </a:cubicBez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8" name="Google Shape;2823;p94">
            <a:extLst xmlns:a="http://schemas.openxmlformats.org/drawingml/2006/main">
              <a:ext uri="{FF2B5EF4-FFF2-40B4-BE49-F238E27FC236}">
                <a16:creationId xmlns:a16="http://schemas.microsoft.com/office/drawing/2014/main" id="{75D34B0B-CC53-4C34-97D4-F4E4D4C84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07750" y="1881793"/>
            <a:ext cx="370213" cy="348361"/>
          </a:xfrm>
          <a:custGeom xmlns:a="http://schemas.openxmlformats.org/drawingml/2006/main">
            <a:rect l="l" t="t" r="r" b="b"/>
            <a:pathLst>
              <a:path w="5074" h="4704">
                <a:moveTo>
                  <a:pt x="2760" y="301"/>
                </a:moveTo>
                <a:cubicBezTo>
                  <a:pt x="2892" y="301"/>
                  <a:pt x="3021" y="325"/>
                  <a:pt x="3144" y="370"/>
                </a:cubicBezTo>
                <a:cubicBezTo>
                  <a:pt x="3430" y="489"/>
                  <a:pt x="3645" y="703"/>
                  <a:pt x="3740" y="965"/>
                </a:cubicBezTo>
                <a:cubicBezTo>
                  <a:pt x="3859" y="1227"/>
                  <a:pt x="3859" y="1513"/>
                  <a:pt x="3764" y="1775"/>
                </a:cubicBezTo>
                <a:lnTo>
                  <a:pt x="3287" y="1775"/>
                </a:lnTo>
                <a:cubicBezTo>
                  <a:pt x="3335" y="1679"/>
                  <a:pt x="3359" y="1560"/>
                  <a:pt x="3311" y="1441"/>
                </a:cubicBezTo>
                <a:cubicBezTo>
                  <a:pt x="3264" y="1346"/>
                  <a:pt x="3168" y="1275"/>
                  <a:pt x="3073" y="1227"/>
                </a:cubicBezTo>
                <a:cubicBezTo>
                  <a:pt x="3025" y="1203"/>
                  <a:pt x="2972" y="1191"/>
                  <a:pt x="2918" y="1191"/>
                </a:cubicBezTo>
                <a:cubicBezTo>
                  <a:pt x="2865" y="1191"/>
                  <a:pt x="2811" y="1203"/>
                  <a:pt x="2763" y="1227"/>
                </a:cubicBezTo>
                <a:lnTo>
                  <a:pt x="2621" y="1298"/>
                </a:lnTo>
                <a:cubicBezTo>
                  <a:pt x="2607" y="1303"/>
                  <a:pt x="2594" y="1305"/>
                  <a:pt x="2581" y="1305"/>
                </a:cubicBezTo>
                <a:cubicBezTo>
                  <a:pt x="2524" y="1305"/>
                  <a:pt x="2473" y="1266"/>
                  <a:pt x="2454" y="1227"/>
                </a:cubicBezTo>
                <a:cubicBezTo>
                  <a:pt x="2430" y="1155"/>
                  <a:pt x="2478" y="1108"/>
                  <a:pt x="2525" y="1084"/>
                </a:cubicBezTo>
                <a:lnTo>
                  <a:pt x="2668" y="1013"/>
                </a:lnTo>
                <a:cubicBezTo>
                  <a:pt x="2692" y="1001"/>
                  <a:pt x="2710" y="995"/>
                  <a:pt x="2728" y="995"/>
                </a:cubicBezTo>
                <a:cubicBezTo>
                  <a:pt x="2746" y="995"/>
                  <a:pt x="2763" y="1001"/>
                  <a:pt x="2787" y="1013"/>
                </a:cubicBezTo>
                <a:cubicBezTo>
                  <a:pt x="2815" y="1031"/>
                  <a:pt x="2842" y="1039"/>
                  <a:pt x="2868" y="1039"/>
                </a:cubicBezTo>
                <a:cubicBezTo>
                  <a:pt x="2910" y="1039"/>
                  <a:pt x="2948" y="1018"/>
                  <a:pt x="2978" y="989"/>
                </a:cubicBezTo>
                <a:cubicBezTo>
                  <a:pt x="3025" y="917"/>
                  <a:pt x="3002" y="822"/>
                  <a:pt x="2954" y="774"/>
                </a:cubicBezTo>
                <a:cubicBezTo>
                  <a:pt x="2892" y="728"/>
                  <a:pt x="2821" y="702"/>
                  <a:pt x="2746" y="702"/>
                </a:cubicBezTo>
                <a:cubicBezTo>
                  <a:pt x="2705" y="702"/>
                  <a:pt x="2663" y="710"/>
                  <a:pt x="2621" y="727"/>
                </a:cubicBezTo>
                <a:lnTo>
                  <a:pt x="2597" y="679"/>
                </a:lnTo>
                <a:cubicBezTo>
                  <a:pt x="2577" y="620"/>
                  <a:pt x="2509" y="578"/>
                  <a:pt x="2446" y="578"/>
                </a:cubicBezTo>
                <a:cubicBezTo>
                  <a:pt x="2432" y="578"/>
                  <a:pt x="2419" y="580"/>
                  <a:pt x="2406" y="584"/>
                </a:cubicBezTo>
                <a:cubicBezTo>
                  <a:pt x="2335" y="632"/>
                  <a:pt x="2311" y="703"/>
                  <a:pt x="2335" y="774"/>
                </a:cubicBezTo>
                <a:lnTo>
                  <a:pt x="2359" y="822"/>
                </a:lnTo>
                <a:cubicBezTo>
                  <a:pt x="2192" y="941"/>
                  <a:pt x="2120" y="1155"/>
                  <a:pt x="2192" y="1346"/>
                </a:cubicBezTo>
                <a:cubicBezTo>
                  <a:pt x="2264" y="1490"/>
                  <a:pt x="2418" y="1594"/>
                  <a:pt x="2582" y="1594"/>
                </a:cubicBezTo>
                <a:cubicBezTo>
                  <a:pt x="2635" y="1594"/>
                  <a:pt x="2688" y="1583"/>
                  <a:pt x="2740" y="1560"/>
                </a:cubicBezTo>
                <a:lnTo>
                  <a:pt x="2882" y="1489"/>
                </a:lnTo>
                <a:lnTo>
                  <a:pt x="2978" y="1489"/>
                </a:lnTo>
                <a:cubicBezTo>
                  <a:pt x="3002" y="1513"/>
                  <a:pt x="3025" y="1537"/>
                  <a:pt x="3025" y="1560"/>
                </a:cubicBezTo>
                <a:cubicBezTo>
                  <a:pt x="3049" y="1608"/>
                  <a:pt x="3025" y="1679"/>
                  <a:pt x="2978" y="1703"/>
                </a:cubicBezTo>
                <a:lnTo>
                  <a:pt x="2811" y="1775"/>
                </a:lnTo>
                <a:lnTo>
                  <a:pt x="2763" y="1775"/>
                </a:lnTo>
                <a:cubicBezTo>
                  <a:pt x="2740" y="1775"/>
                  <a:pt x="2716" y="1775"/>
                  <a:pt x="2692" y="1751"/>
                </a:cubicBezTo>
                <a:cubicBezTo>
                  <a:pt x="2668" y="1715"/>
                  <a:pt x="2632" y="1697"/>
                  <a:pt x="2594" y="1697"/>
                </a:cubicBezTo>
                <a:cubicBezTo>
                  <a:pt x="2555" y="1697"/>
                  <a:pt x="2513" y="1715"/>
                  <a:pt x="2478" y="1751"/>
                </a:cubicBezTo>
                <a:cubicBezTo>
                  <a:pt x="2478" y="1751"/>
                  <a:pt x="2478" y="1775"/>
                  <a:pt x="2454" y="1775"/>
                </a:cubicBezTo>
                <a:lnTo>
                  <a:pt x="1739" y="1775"/>
                </a:lnTo>
                <a:cubicBezTo>
                  <a:pt x="1620" y="1513"/>
                  <a:pt x="1620" y="1227"/>
                  <a:pt x="1739" y="965"/>
                </a:cubicBezTo>
                <a:cubicBezTo>
                  <a:pt x="1835" y="703"/>
                  <a:pt x="2049" y="489"/>
                  <a:pt x="2311" y="393"/>
                </a:cubicBezTo>
                <a:cubicBezTo>
                  <a:pt x="2462" y="331"/>
                  <a:pt x="2613" y="301"/>
                  <a:pt x="2760" y="301"/>
                </a:cubicBezTo>
                <a:close/>
                <a:moveTo>
                  <a:pt x="2740" y="0"/>
                </a:moveTo>
                <a:cubicBezTo>
                  <a:pt x="2561" y="0"/>
                  <a:pt x="2382" y="36"/>
                  <a:pt x="2216" y="108"/>
                </a:cubicBezTo>
                <a:cubicBezTo>
                  <a:pt x="1858" y="251"/>
                  <a:pt x="1596" y="512"/>
                  <a:pt x="1454" y="846"/>
                </a:cubicBezTo>
                <a:cubicBezTo>
                  <a:pt x="1335" y="1155"/>
                  <a:pt x="1311" y="1489"/>
                  <a:pt x="1406" y="1775"/>
                </a:cubicBezTo>
                <a:lnTo>
                  <a:pt x="739" y="1775"/>
                </a:lnTo>
                <a:cubicBezTo>
                  <a:pt x="644" y="1775"/>
                  <a:pt x="572" y="1798"/>
                  <a:pt x="501" y="1822"/>
                </a:cubicBezTo>
                <a:lnTo>
                  <a:pt x="311" y="1394"/>
                </a:lnTo>
                <a:cubicBezTo>
                  <a:pt x="293" y="1342"/>
                  <a:pt x="239" y="1303"/>
                  <a:pt x="183" y="1303"/>
                </a:cubicBezTo>
                <a:cubicBezTo>
                  <a:pt x="162" y="1303"/>
                  <a:pt x="140" y="1309"/>
                  <a:pt x="120" y="1322"/>
                </a:cubicBezTo>
                <a:cubicBezTo>
                  <a:pt x="49" y="1346"/>
                  <a:pt x="1" y="1441"/>
                  <a:pt x="49" y="1513"/>
                </a:cubicBezTo>
                <a:lnTo>
                  <a:pt x="263" y="2037"/>
                </a:lnTo>
                <a:cubicBezTo>
                  <a:pt x="215" y="2132"/>
                  <a:pt x="191" y="2227"/>
                  <a:pt x="191" y="2322"/>
                </a:cubicBezTo>
                <a:lnTo>
                  <a:pt x="191" y="4537"/>
                </a:lnTo>
                <a:cubicBezTo>
                  <a:pt x="191" y="4632"/>
                  <a:pt x="263" y="4704"/>
                  <a:pt x="334" y="4704"/>
                </a:cubicBezTo>
                <a:cubicBezTo>
                  <a:pt x="430" y="4704"/>
                  <a:pt x="501" y="4632"/>
                  <a:pt x="501" y="4537"/>
                </a:cubicBezTo>
                <a:lnTo>
                  <a:pt x="501" y="2322"/>
                </a:lnTo>
                <a:cubicBezTo>
                  <a:pt x="501" y="2179"/>
                  <a:pt x="596" y="2084"/>
                  <a:pt x="739" y="2084"/>
                </a:cubicBezTo>
                <a:lnTo>
                  <a:pt x="4907" y="2084"/>
                </a:lnTo>
                <a:cubicBezTo>
                  <a:pt x="5002" y="2084"/>
                  <a:pt x="5073" y="2013"/>
                  <a:pt x="5073" y="1918"/>
                </a:cubicBezTo>
                <a:cubicBezTo>
                  <a:pt x="5073" y="1846"/>
                  <a:pt x="5002" y="1775"/>
                  <a:pt x="4907" y="1775"/>
                </a:cubicBezTo>
                <a:lnTo>
                  <a:pt x="4073" y="1775"/>
                </a:lnTo>
                <a:cubicBezTo>
                  <a:pt x="4168" y="1465"/>
                  <a:pt x="4145" y="1155"/>
                  <a:pt x="4026" y="846"/>
                </a:cubicBezTo>
                <a:cubicBezTo>
                  <a:pt x="3883" y="512"/>
                  <a:pt x="3597" y="251"/>
                  <a:pt x="3264" y="108"/>
                </a:cubicBezTo>
                <a:cubicBezTo>
                  <a:pt x="3097" y="36"/>
                  <a:pt x="2918" y="0"/>
                  <a:pt x="2740" y="0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9" name="Google Shape;2824;p94">
            <a:extLst xmlns:a="http://schemas.openxmlformats.org/drawingml/2006/main">
              <a:ext uri="{FF2B5EF4-FFF2-40B4-BE49-F238E27FC236}">
                <a16:creationId xmlns:a16="http://schemas.microsoft.com/office/drawing/2014/main" id="{BCB620E0-599B-42B8-91C1-395D2702A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23435" y="1838099"/>
            <a:ext cx="102586" cy="55245"/>
          </a:xfrm>
          <a:custGeom xmlns:a="http://schemas.openxmlformats.org/drawingml/2006/main">
            <a:rect l="l" t="t" r="r" b="b"/>
            <a:pathLst>
              <a:path w="1406" h="746">
                <a:moveTo>
                  <a:pt x="1207" y="1"/>
                </a:moveTo>
                <a:cubicBezTo>
                  <a:pt x="1193" y="1"/>
                  <a:pt x="1180" y="3"/>
                  <a:pt x="1167" y="7"/>
                </a:cubicBezTo>
                <a:lnTo>
                  <a:pt x="119" y="460"/>
                </a:lnTo>
                <a:cubicBezTo>
                  <a:pt x="48" y="483"/>
                  <a:pt x="0" y="579"/>
                  <a:pt x="24" y="650"/>
                </a:cubicBezTo>
                <a:cubicBezTo>
                  <a:pt x="48" y="721"/>
                  <a:pt x="119" y="745"/>
                  <a:pt x="167" y="745"/>
                </a:cubicBezTo>
                <a:lnTo>
                  <a:pt x="215" y="745"/>
                </a:lnTo>
                <a:lnTo>
                  <a:pt x="1286" y="293"/>
                </a:lnTo>
                <a:cubicBezTo>
                  <a:pt x="1358" y="269"/>
                  <a:pt x="1405" y="174"/>
                  <a:pt x="1358" y="102"/>
                </a:cubicBezTo>
                <a:cubicBezTo>
                  <a:pt x="1338" y="44"/>
                  <a:pt x="1270" y="1"/>
                  <a:pt x="120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0" name="Google Shape;2825;p94">
            <a:extLst xmlns:a="http://schemas.openxmlformats.org/drawingml/2006/main">
              <a:ext uri="{FF2B5EF4-FFF2-40B4-BE49-F238E27FC236}">
                <a16:creationId xmlns:a16="http://schemas.microsoft.com/office/drawing/2014/main" id="{42802F6D-D779-4730-A199-3B9049EA6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39050" y="1891866"/>
            <a:ext cx="55670" cy="34955"/>
          </a:xfrm>
          <a:custGeom xmlns:a="http://schemas.openxmlformats.org/drawingml/2006/main">
            <a:rect l="l" t="t" r="r" b="b"/>
            <a:pathLst>
              <a:path w="763" h="472">
                <a:moveTo>
                  <a:pt x="599" y="0"/>
                </a:moveTo>
                <a:cubicBezTo>
                  <a:pt x="576" y="0"/>
                  <a:pt x="551" y="6"/>
                  <a:pt x="525" y="19"/>
                </a:cubicBezTo>
                <a:lnTo>
                  <a:pt x="96" y="186"/>
                </a:lnTo>
                <a:cubicBezTo>
                  <a:pt x="24" y="234"/>
                  <a:pt x="1" y="305"/>
                  <a:pt x="24" y="376"/>
                </a:cubicBezTo>
                <a:cubicBezTo>
                  <a:pt x="48" y="448"/>
                  <a:pt x="96" y="472"/>
                  <a:pt x="167" y="472"/>
                </a:cubicBezTo>
                <a:lnTo>
                  <a:pt x="215" y="472"/>
                </a:lnTo>
                <a:lnTo>
                  <a:pt x="644" y="281"/>
                </a:lnTo>
                <a:cubicBezTo>
                  <a:pt x="715" y="257"/>
                  <a:pt x="763" y="162"/>
                  <a:pt x="739" y="91"/>
                </a:cubicBezTo>
                <a:cubicBezTo>
                  <a:pt x="705" y="39"/>
                  <a:pt x="658" y="0"/>
                  <a:pt x="599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1" name="Google Shape;2826;p94">
            <a:extLst xmlns:a="http://schemas.openxmlformats.org/drawingml/2006/main">
              <a:ext uri="{FF2B5EF4-FFF2-40B4-BE49-F238E27FC236}">
                <a16:creationId xmlns:a16="http://schemas.microsoft.com/office/drawing/2014/main" id="{E1C45218-A216-4F7D-BDFA-773E15AFF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89467" y="2335907"/>
            <a:ext cx="76537" cy="21254"/>
          </a:xfrm>
          <a:custGeom xmlns:a="http://schemas.openxmlformats.org/drawingml/2006/main">
            <a:rect l="l" t="t" r="r" b="b"/>
            <a:pathLst>
              <a:path w="1049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6"/>
                  <a:pt x="143" y="286"/>
                </a:cubicBezTo>
                <a:lnTo>
                  <a:pt x="905" y="286"/>
                </a:lnTo>
                <a:cubicBezTo>
                  <a:pt x="977" y="286"/>
                  <a:pt x="1048" y="215"/>
                  <a:pt x="1048" y="144"/>
                </a:cubicBezTo>
                <a:cubicBezTo>
                  <a:pt x="1048" y="48"/>
                  <a:pt x="977" y="1"/>
                  <a:pt x="90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2" name="Google Shape;2827;p94">
            <a:extLst xmlns:a="http://schemas.openxmlformats.org/drawingml/2006/main">
              <a:ext uri="{FF2B5EF4-FFF2-40B4-BE49-F238E27FC236}">
                <a16:creationId xmlns:a16="http://schemas.microsoft.com/office/drawing/2014/main" id="{57F84F54-E40E-488B-BEB8-EE2F141C8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89467" y="2374713"/>
            <a:ext cx="177299" cy="23030"/>
          </a:xfrm>
          <a:custGeom xmlns:a="http://schemas.openxmlformats.org/drawingml/2006/main">
            <a:rect l="l" t="t" r="r" b="b"/>
            <a:pathLst>
              <a:path w="2430" h="311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cubicBezTo>
                  <a:pt x="0" y="239"/>
                  <a:pt x="72" y="310"/>
                  <a:pt x="143" y="310"/>
                </a:cubicBezTo>
                <a:lnTo>
                  <a:pt x="2286" y="310"/>
                </a:lnTo>
                <a:cubicBezTo>
                  <a:pt x="2358" y="310"/>
                  <a:pt x="2429" y="239"/>
                  <a:pt x="2429" y="143"/>
                </a:cubicBezTo>
                <a:cubicBezTo>
                  <a:pt x="2429" y="72"/>
                  <a:pt x="2358" y="1"/>
                  <a:pt x="2286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8" name="Google Shape;2806;p94">
            <a:extLst xmlns:a="http://schemas.openxmlformats.org/drawingml/2006/main">
              <a:ext uri="{FF2B5EF4-FFF2-40B4-BE49-F238E27FC236}">
                <a16:creationId xmlns:a16="http://schemas.microsoft.com/office/drawing/2014/main" id="{80C504E5-7AFB-425F-8683-81EB4ADA5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757324" y="1749715"/>
            <a:ext cx="738604" cy="694944"/>
          </a:xfrm>
          <a:custGeom xmlns:a="http://schemas.openxmlformats.org/drawingml/2006/main">
            <a:rect l="l" t="t" r="r" b="b"/>
            <a:pathLst>
              <a:path w="10123" h="9384">
                <a:moveTo>
                  <a:pt x="5073" y="8550"/>
                </a:moveTo>
                <a:cubicBezTo>
                  <a:pt x="5216" y="8550"/>
                  <a:pt x="5335" y="8669"/>
                  <a:pt x="5335" y="8812"/>
                </a:cubicBezTo>
                <a:cubicBezTo>
                  <a:pt x="5335" y="8954"/>
                  <a:pt x="5216" y="9097"/>
                  <a:pt x="5073" y="9097"/>
                </a:cubicBezTo>
                <a:cubicBezTo>
                  <a:pt x="4907" y="9097"/>
                  <a:pt x="4788" y="8954"/>
                  <a:pt x="4788" y="8812"/>
                </a:cubicBezTo>
                <a:cubicBezTo>
                  <a:pt x="4788" y="8669"/>
                  <a:pt x="4907" y="8550"/>
                  <a:pt x="5073" y="8550"/>
                </a:cubicBezTo>
                <a:close/>
                <a:moveTo>
                  <a:pt x="358" y="0"/>
                </a:moveTo>
                <a:cubicBezTo>
                  <a:pt x="168" y="0"/>
                  <a:pt x="1" y="167"/>
                  <a:pt x="1" y="357"/>
                </a:cubicBezTo>
                <a:lnTo>
                  <a:pt x="1" y="953"/>
                </a:lnTo>
                <a:cubicBezTo>
                  <a:pt x="1" y="1143"/>
                  <a:pt x="144" y="1286"/>
                  <a:pt x="334" y="1286"/>
                </a:cubicBezTo>
                <a:lnTo>
                  <a:pt x="334" y="5168"/>
                </a:lnTo>
                <a:cubicBezTo>
                  <a:pt x="334" y="5239"/>
                  <a:pt x="406" y="5311"/>
                  <a:pt x="477" y="5311"/>
                </a:cubicBezTo>
                <a:cubicBezTo>
                  <a:pt x="572" y="5311"/>
                  <a:pt x="644" y="5263"/>
                  <a:pt x="644" y="5168"/>
                </a:cubicBezTo>
                <a:lnTo>
                  <a:pt x="644" y="1286"/>
                </a:lnTo>
                <a:lnTo>
                  <a:pt x="7741" y="1286"/>
                </a:lnTo>
                <a:cubicBezTo>
                  <a:pt x="7812" y="1286"/>
                  <a:pt x="7884" y="1239"/>
                  <a:pt x="7884" y="1143"/>
                </a:cubicBezTo>
                <a:cubicBezTo>
                  <a:pt x="7884" y="1072"/>
                  <a:pt x="7812" y="1000"/>
                  <a:pt x="7741" y="1000"/>
                </a:cubicBezTo>
                <a:lnTo>
                  <a:pt x="358" y="1000"/>
                </a:lnTo>
                <a:cubicBezTo>
                  <a:pt x="334" y="1000"/>
                  <a:pt x="311" y="977"/>
                  <a:pt x="311" y="953"/>
                </a:cubicBezTo>
                <a:lnTo>
                  <a:pt x="311" y="357"/>
                </a:lnTo>
                <a:cubicBezTo>
                  <a:pt x="311" y="310"/>
                  <a:pt x="334" y="286"/>
                  <a:pt x="358" y="286"/>
                </a:cubicBezTo>
                <a:lnTo>
                  <a:pt x="9789" y="286"/>
                </a:lnTo>
                <a:cubicBezTo>
                  <a:pt x="9812" y="286"/>
                  <a:pt x="9836" y="334"/>
                  <a:pt x="9836" y="357"/>
                </a:cubicBezTo>
                <a:lnTo>
                  <a:pt x="9836" y="953"/>
                </a:lnTo>
                <a:cubicBezTo>
                  <a:pt x="9836" y="977"/>
                  <a:pt x="9812" y="1000"/>
                  <a:pt x="9789" y="1000"/>
                </a:cubicBezTo>
                <a:lnTo>
                  <a:pt x="8407" y="1000"/>
                </a:lnTo>
                <a:cubicBezTo>
                  <a:pt x="8312" y="1000"/>
                  <a:pt x="8241" y="1072"/>
                  <a:pt x="8241" y="1143"/>
                </a:cubicBezTo>
                <a:cubicBezTo>
                  <a:pt x="8241" y="1239"/>
                  <a:pt x="8312" y="1286"/>
                  <a:pt x="8407" y="1286"/>
                </a:cubicBezTo>
                <a:lnTo>
                  <a:pt x="9503" y="1286"/>
                </a:lnTo>
                <a:lnTo>
                  <a:pt x="9503" y="7335"/>
                </a:lnTo>
                <a:cubicBezTo>
                  <a:pt x="9503" y="7359"/>
                  <a:pt x="9479" y="7383"/>
                  <a:pt x="9455" y="7383"/>
                </a:cubicBezTo>
                <a:lnTo>
                  <a:pt x="692" y="7383"/>
                </a:lnTo>
                <a:cubicBezTo>
                  <a:pt x="668" y="7383"/>
                  <a:pt x="644" y="7359"/>
                  <a:pt x="644" y="7335"/>
                </a:cubicBezTo>
                <a:lnTo>
                  <a:pt x="644" y="5835"/>
                </a:lnTo>
                <a:cubicBezTo>
                  <a:pt x="644" y="5740"/>
                  <a:pt x="572" y="5692"/>
                  <a:pt x="477" y="5692"/>
                </a:cubicBezTo>
                <a:cubicBezTo>
                  <a:pt x="406" y="5692"/>
                  <a:pt x="334" y="5740"/>
                  <a:pt x="334" y="5835"/>
                </a:cubicBezTo>
                <a:lnTo>
                  <a:pt x="334" y="7335"/>
                </a:lnTo>
                <a:cubicBezTo>
                  <a:pt x="334" y="7526"/>
                  <a:pt x="501" y="7668"/>
                  <a:pt x="692" y="7668"/>
                </a:cubicBezTo>
                <a:lnTo>
                  <a:pt x="4907" y="7668"/>
                </a:lnTo>
                <a:lnTo>
                  <a:pt x="4907" y="8264"/>
                </a:lnTo>
                <a:cubicBezTo>
                  <a:pt x="4669" y="8335"/>
                  <a:pt x="4502" y="8550"/>
                  <a:pt x="4502" y="8812"/>
                </a:cubicBezTo>
                <a:cubicBezTo>
                  <a:pt x="4502" y="9121"/>
                  <a:pt x="4740" y="9383"/>
                  <a:pt x="5073" y="9383"/>
                </a:cubicBezTo>
                <a:cubicBezTo>
                  <a:pt x="5383" y="9383"/>
                  <a:pt x="5621" y="9121"/>
                  <a:pt x="5621" y="8812"/>
                </a:cubicBezTo>
                <a:cubicBezTo>
                  <a:pt x="5621" y="8550"/>
                  <a:pt x="5454" y="8335"/>
                  <a:pt x="5216" y="8264"/>
                </a:cubicBezTo>
                <a:lnTo>
                  <a:pt x="5216" y="7668"/>
                </a:lnTo>
                <a:lnTo>
                  <a:pt x="9431" y="7668"/>
                </a:lnTo>
                <a:cubicBezTo>
                  <a:pt x="9622" y="7668"/>
                  <a:pt x="9789" y="7526"/>
                  <a:pt x="9789" y="7335"/>
                </a:cubicBezTo>
                <a:lnTo>
                  <a:pt x="9789" y="1286"/>
                </a:lnTo>
                <a:cubicBezTo>
                  <a:pt x="9979" y="1286"/>
                  <a:pt x="10122" y="1143"/>
                  <a:pt x="10122" y="953"/>
                </a:cubicBezTo>
                <a:lnTo>
                  <a:pt x="10122" y="357"/>
                </a:lnTo>
                <a:cubicBezTo>
                  <a:pt x="10122" y="167"/>
                  <a:pt x="9979" y="0"/>
                  <a:pt x="9789" y="0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9" name="Google Shape;2807;p94">
            <a:extLst xmlns:a="http://schemas.openxmlformats.org/drawingml/2006/main">
              <a:ext uri="{FF2B5EF4-FFF2-40B4-BE49-F238E27FC236}">
                <a16:creationId xmlns:a16="http://schemas.microsoft.com/office/drawing/2014/main" id="{CD919F2B-4F11-4DB3-AD68-DC6065963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315126" y="2192350"/>
            <a:ext cx="99083" cy="21254"/>
          </a:xfrm>
          <a:custGeom xmlns:a="http://schemas.openxmlformats.org/drawingml/2006/main">
            <a:rect l="l" t="t" r="r" b="b"/>
            <a:pathLst>
              <a:path w="1358" h="287">
                <a:moveTo>
                  <a:pt x="167" y="1"/>
                </a:moveTo>
                <a:cubicBezTo>
                  <a:pt x="72" y="1"/>
                  <a:pt x="0" y="72"/>
                  <a:pt x="0" y="144"/>
                </a:cubicBezTo>
                <a:cubicBezTo>
                  <a:pt x="0" y="239"/>
                  <a:pt x="72" y="286"/>
                  <a:pt x="167" y="286"/>
                </a:cubicBezTo>
                <a:lnTo>
                  <a:pt x="1191" y="286"/>
                </a:lnTo>
                <a:cubicBezTo>
                  <a:pt x="1286" y="286"/>
                  <a:pt x="1358" y="239"/>
                  <a:pt x="1358" y="144"/>
                </a:cubicBezTo>
                <a:cubicBezTo>
                  <a:pt x="1334" y="72"/>
                  <a:pt x="1286" y="1"/>
                  <a:pt x="1191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0" name="Google Shape;2808;p94">
            <a:extLst xmlns:a="http://schemas.openxmlformats.org/drawingml/2006/main">
              <a:ext uri="{FF2B5EF4-FFF2-40B4-BE49-F238E27FC236}">
                <a16:creationId xmlns:a16="http://schemas.microsoft.com/office/drawing/2014/main" id="{C43824E3-E21C-4168-9574-F0C8252CF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2231154"/>
            <a:ext cx="173796" cy="23030"/>
          </a:xfrm>
          <a:custGeom xmlns:a="http://schemas.openxmlformats.org/drawingml/2006/main">
            <a:rect l="l" t="t" r="r" b="b"/>
            <a:pathLst>
              <a:path w="2382" h="311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cubicBezTo>
                  <a:pt x="0" y="239"/>
                  <a:pt x="72" y="310"/>
                  <a:pt x="143" y="310"/>
                </a:cubicBezTo>
                <a:lnTo>
                  <a:pt x="2215" y="310"/>
                </a:lnTo>
                <a:cubicBezTo>
                  <a:pt x="2310" y="310"/>
                  <a:pt x="2382" y="239"/>
                  <a:pt x="2382" y="143"/>
                </a:cubicBezTo>
                <a:cubicBezTo>
                  <a:pt x="2382" y="72"/>
                  <a:pt x="2310" y="1"/>
                  <a:pt x="22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1" name="Google Shape;2809;p94">
            <a:extLst xmlns:a="http://schemas.openxmlformats.org/drawingml/2006/main">
              <a:ext uri="{FF2B5EF4-FFF2-40B4-BE49-F238E27FC236}">
                <a16:creationId xmlns:a16="http://schemas.microsoft.com/office/drawing/2014/main" id="{4E528611-17F4-4C75-B8C8-04D402841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1903160"/>
            <a:ext cx="36555" cy="22957"/>
          </a:xfrm>
          <a:custGeom xmlns:a="http://schemas.openxmlformats.org/drawingml/2006/main">
            <a:rect l="l" t="t" r="r" b="b"/>
            <a:pathLst>
              <a:path w="501" h="310">
                <a:moveTo>
                  <a:pt x="143" y="0"/>
                </a:moveTo>
                <a:cubicBezTo>
                  <a:pt x="72" y="0"/>
                  <a:pt x="0" y="72"/>
                  <a:pt x="0" y="143"/>
                </a:cubicBezTo>
                <a:cubicBezTo>
                  <a:pt x="0" y="238"/>
                  <a:pt x="72" y="310"/>
                  <a:pt x="143" y="310"/>
                </a:cubicBezTo>
                <a:lnTo>
                  <a:pt x="334" y="310"/>
                </a:lnTo>
                <a:cubicBezTo>
                  <a:pt x="429" y="310"/>
                  <a:pt x="500" y="238"/>
                  <a:pt x="500" y="143"/>
                </a:cubicBezTo>
                <a:cubicBezTo>
                  <a:pt x="500" y="72"/>
                  <a:pt x="429" y="0"/>
                  <a:pt x="334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2" name="Google Shape;2810;p94">
            <a:extLst xmlns:a="http://schemas.openxmlformats.org/drawingml/2006/main">
              <a:ext uri="{FF2B5EF4-FFF2-40B4-BE49-F238E27FC236}">
                <a16:creationId xmlns:a16="http://schemas.microsoft.com/office/drawing/2014/main" id="{3809F384-90C7-4C20-AAC1-1003AD2C6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94259" y="1903160"/>
            <a:ext cx="119950" cy="22957"/>
          </a:xfrm>
          <a:custGeom xmlns:a="http://schemas.openxmlformats.org/drawingml/2006/main">
            <a:rect l="l" t="t" r="r" b="b"/>
            <a:pathLst>
              <a:path w="1644" h="310">
                <a:moveTo>
                  <a:pt x="143" y="0"/>
                </a:moveTo>
                <a:cubicBezTo>
                  <a:pt x="72" y="0"/>
                  <a:pt x="1" y="72"/>
                  <a:pt x="1" y="143"/>
                </a:cubicBezTo>
                <a:cubicBezTo>
                  <a:pt x="1" y="238"/>
                  <a:pt x="72" y="310"/>
                  <a:pt x="143" y="310"/>
                </a:cubicBezTo>
                <a:lnTo>
                  <a:pt x="1477" y="310"/>
                </a:lnTo>
                <a:cubicBezTo>
                  <a:pt x="1572" y="310"/>
                  <a:pt x="1644" y="238"/>
                  <a:pt x="1644" y="143"/>
                </a:cubicBezTo>
                <a:cubicBezTo>
                  <a:pt x="1644" y="72"/>
                  <a:pt x="1572" y="0"/>
                  <a:pt x="147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3" name="Google Shape;2811;p94">
            <a:extLst xmlns:a="http://schemas.openxmlformats.org/drawingml/2006/main">
              <a:ext uri="{FF2B5EF4-FFF2-40B4-BE49-F238E27FC236}">
                <a16:creationId xmlns:a16="http://schemas.microsoft.com/office/drawing/2014/main" id="{CFEC192B-852A-4C1B-9B99-1D807411D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1943669"/>
            <a:ext cx="173796" cy="21254"/>
          </a:xfrm>
          <a:custGeom xmlns:a="http://schemas.openxmlformats.org/drawingml/2006/main">
            <a:rect l="l" t="t" r="r" b="b"/>
            <a:pathLst>
              <a:path w="2382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7"/>
                  <a:pt x="143" y="287"/>
                </a:cubicBezTo>
                <a:lnTo>
                  <a:pt x="2215" y="287"/>
                </a:lnTo>
                <a:cubicBezTo>
                  <a:pt x="2310" y="287"/>
                  <a:pt x="2382" y="215"/>
                  <a:pt x="2382" y="144"/>
                </a:cubicBezTo>
                <a:cubicBezTo>
                  <a:pt x="2382" y="48"/>
                  <a:pt x="2310" y="1"/>
                  <a:pt x="22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4" name="Google Shape;2812;p94">
            <a:extLst xmlns:a="http://schemas.openxmlformats.org/drawingml/2006/main">
              <a:ext uri="{FF2B5EF4-FFF2-40B4-BE49-F238E27FC236}">
                <a16:creationId xmlns:a16="http://schemas.microsoft.com/office/drawing/2014/main" id="{311925E1-AAD7-40BE-87B0-919CBAC40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2008912"/>
            <a:ext cx="173796" cy="141225"/>
          </a:xfrm>
          <a:custGeom xmlns:a="http://schemas.openxmlformats.org/drawingml/2006/main">
            <a:rect l="l" t="t" r="r" b="b"/>
            <a:pathLst>
              <a:path w="2382" h="1907">
                <a:moveTo>
                  <a:pt x="143" y="1"/>
                </a:moveTo>
                <a:cubicBezTo>
                  <a:pt x="48" y="1"/>
                  <a:pt x="0" y="49"/>
                  <a:pt x="0" y="144"/>
                </a:cubicBezTo>
                <a:lnTo>
                  <a:pt x="0" y="1763"/>
                </a:lnTo>
                <a:cubicBezTo>
                  <a:pt x="0" y="1835"/>
                  <a:pt x="72" y="1906"/>
                  <a:pt x="143" y="1906"/>
                </a:cubicBezTo>
                <a:lnTo>
                  <a:pt x="2215" y="1906"/>
                </a:lnTo>
                <a:cubicBezTo>
                  <a:pt x="2310" y="1906"/>
                  <a:pt x="2382" y="1835"/>
                  <a:pt x="2382" y="1763"/>
                </a:cubicBezTo>
                <a:cubicBezTo>
                  <a:pt x="2382" y="1668"/>
                  <a:pt x="2310" y="1597"/>
                  <a:pt x="2215" y="1597"/>
                </a:cubicBezTo>
                <a:lnTo>
                  <a:pt x="1858" y="1597"/>
                </a:lnTo>
                <a:lnTo>
                  <a:pt x="1858" y="311"/>
                </a:lnTo>
                <a:cubicBezTo>
                  <a:pt x="1858" y="239"/>
                  <a:pt x="1786" y="168"/>
                  <a:pt x="1715" y="168"/>
                </a:cubicBezTo>
                <a:cubicBezTo>
                  <a:pt x="1644" y="168"/>
                  <a:pt x="1572" y="239"/>
                  <a:pt x="1572" y="311"/>
                </a:cubicBezTo>
                <a:lnTo>
                  <a:pt x="1572" y="1597"/>
                </a:lnTo>
                <a:lnTo>
                  <a:pt x="1334" y="1597"/>
                </a:lnTo>
                <a:lnTo>
                  <a:pt x="1334" y="1120"/>
                </a:lnTo>
                <a:cubicBezTo>
                  <a:pt x="1334" y="1049"/>
                  <a:pt x="1263" y="977"/>
                  <a:pt x="1191" y="977"/>
                </a:cubicBezTo>
                <a:cubicBezTo>
                  <a:pt x="1096" y="977"/>
                  <a:pt x="1024" y="1049"/>
                  <a:pt x="1024" y="1120"/>
                </a:cubicBezTo>
                <a:lnTo>
                  <a:pt x="1024" y="1597"/>
                </a:lnTo>
                <a:lnTo>
                  <a:pt x="786" y="1597"/>
                </a:lnTo>
                <a:lnTo>
                  <a:pt x="786" y="763"/>
                </a:lnTo>
                <a:cubicBezTo>
                  <a:pt x="786" y="668"/>
                  <a:pt x="739" y="596"/>
                  <a:pt x="643" y="596"/>
                </a:cubicBezTo>
                <a:cubicBezTo>
                  <a:pt x="572" y="596"/>
                  <a:pt x="500" y="668"/>
                  <a:pt x="500" y="763"/>
                </a:cubicBezTo>
                <a:lnTo>
                  <a:pt x="500" y="1597"/>
                </a:lnTo>
                <a:lnTo>
                  <a:pt x="286" y="1597"/>
                </a:lnTo>
                <a:lnTo>
                  <a:pt x="286" y="144"/>
                </a:lnTo>
                <a:cubicBezTo>
                  <a:pt x="286" y="72"/>
                  <a:pt x="215" y="1"/>
                  <a:pt x="143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5" name="Google Shape;2813;p94">
            <a:extLst xmlns:a="http://schemas.openxmlformats.org/drawingml/2006/main">
              <a:ext uri="{FF2B5EF4-FFF2-40B4-BE49-F238E27FC236}">
                <a16:creationId xmlns:a16="http://schemas.microsoft.com/office/drawing/2014/main" id="{C7EBA6E9-8DC0-4C9E-8F11-E84BAAD9C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833790" y="1885460"/>
            <a:ext cx="364957" cy="370427"/>
          </a:xfrm>
          <a:custGeom xmlns:a="http://schemas.openxmlformats.org/drawingml/2006/main">
            <a:rect l="l" t="t" r="r" b="b"/>
            <a:pathLst>
              <a:path w="5002" h="5002">
                <a:moveTo>
                  <a:pt x="2501" y="1215"/>
                </a:moveTo>
                <a:cubicBezTo>
                  <a:pt x="3216" y="1215"/>
                  <a:pt x="3811" y="1787"/>
                  <a:pt x="3811" y="2501"/>
                </a:cubicBezTo>
                <a:cubicBezTo>
                  <a:pt x="3811" y="3240"/>
                  <a:pt x="3216" y="3811"/>
                  <a:pt x="2501" y="3811"/>
                </a:cubicBezTo>
                <a:cubicBezTo>
                  <a:pt x="1787" y="3811"/>
                  <a:pt x="1215" y="3216"/>
                  <a:pt x="1215" y="2501"/>
                </a:cubicBezTo>
                <a:cubicBezTo>
                  <a:pt x="1215" y="1787"/>
                  <a:pt x="1787" y="1215"/>
                  <a:pt x="2501" y="1215"/>
                </a:cubicBezTo>
                <a:close/>
                <a:moveTo>
                  <a:pt x="4692" y="2668"/>
                </a:moveTo>
                <a:cubicBezTo>
                  <a:pt x="4668" y="3121"/>
                  <a:pt x="4502" y="3549"/>
                  <a:pt x="4216" y="3883"/>
                </a:cubicBezTo>
                <a:lnTo>
                  <a:pt x="3787" y="3454"/>
                </a:lnTo>
                <a:cubicBezTo>
                  <a:pt x="3954" y="3216"/>
                  <a:pt x="4073" y="2954"/>
                  <a:pt x="4097" y="2668"/>
                </a:cubicBezTo>
                <a:close/>
                <a:moveTo>
                  <a:pt x="2358" y="311"/>
                </a:moveTo>
                <a:lnTo>
                  <a:pt x="2358" y="930"/>
                </a:lnTo>
                <a:cubicBezTo>
                  <a:pt x="1549" y="1001"/>
                  <a:pt x="906" y="1692"/>
                  <a:pt x="906" y="2501"/>
                </a:cubicBezTo>
                <a:cubicBezTo>
                  <a:pt x="906" y="3383"/>
                  <a:pt x="1620" y="4097"/>
                  <a:pt x="2501" y="4097"/>
                </a:cubicBezTo>
                <a:cubicBezTo>
                  <a:pt x="2930" y="4097"/>
                  <a:pt x="3311" y="3954"/>
                  <a:pt x="3597" y="3668"/>
                </a:cubicBezTo>
                <a:cubicBezTo>
                  <a:pt x="3740" y="3811"/>
                  <a:pt x="3883" y="3954"/>
                  <a:pt x="4025" y="4097"/>
                </a:cubicBezTo>
                <a:cubicBezTo>
                  <a:pt x="3644" y="4478"/>
                  <a:pt x="3097" y="4716"/>
                  <a:pt x="2501" y="4716"/>
                </a:cubicBezTo>
                <a:cubicBezTo>
                  <a:pt x="1287" y="4716"/>
                  <a:pt x="310" y="3716"/>
                  <a:pt x="310" y="2501"/>
                </a:cubicBezTo>
                <a:cubicBezTo>
                  <a:pt x="310" y="1335"/>
                  <a:pt x="1215" y="382"/>
                  <a:pt x="2358" y="311"/>
                </a:cubicBezTo>
                <a:close/>
                <a:moveTo>
                  <a:pt x="2501" y="1"/>
                </a:moveTo>
                <a:cubicBezTo>
                  <a:pt x="1120" y="1"/>
                  <a:pt x="1" y="1144"/>
                  <a:pt x="1" y="2501"/>
                </a:cubicBezTo>
                <a:cubicBezTo>
                  <a:pt x="1" y="3883"/>
                  <a:pt x="1120" y="5002"/>
                  <a:pt x="2501" y="5002"/>
                </a:cubicBezTo>
                <a:cubicBezTo>
                  <a:pt x="3883" y="5002"/>
                  <a:pt x="5002" y="3883"/>
                  <a:pt x="5002" y="2501"/>
                </a:cubicBezTo>
                <a:cubicBezTo>
                  <a:pt x="5002" y="1978"/>
                  <a:pt x="4835" y="1477"/>
                  <a:pt x="4526" y="1049"/>
                </a:cubicBezTo>
                <a:cubicBezTo>
                  <a:pt x="4499" y="1009"/>
                  <a:pt x="4459" y="992"/>
                  <a:pt x="4415" y="992"/>
                </a:cubicBezTo>
                <a:cubicBezTo>
                  <a:pt x="4380" y="992"/>
                  <a:pt x="4343" y="1004"/>
                  <a:pt x="4311" y="1025"/>
                </a:cubicBezTo>
                <a:cubicBezTo>
                  <a:pt x="4264" y="1073"/>
                  <a:pt x="4240" y="1144"/>
                  <a:pt x="4287" y="1215"/>
                </a:cubicBezTo>
                <a:cubicBezTo>
                  <a:pt x="4526" y="1549"/>
                  <a:pt x="4668" y="1954"/>
                  <a:pt x="4692" y="2359"/>
                </a:cubicBezTo>
                <a:lnTo>
                  <a:pt x="4097" y="2359"/>
                </a:lnTo>
                <a:cubicBezTo>
                  <a:pt x="4025" y="1597"/>
                  <a:pt x="3406" y="1001"/>
                  <a:pt x="2644" y="930"/>
                </a:cubicBezTo>
                <a:lnTo>
                  <a:pt x="2644" y="311"/>
                </a:lnTo>
                <a:cubicBezTo>
                  <a:pt x="3097" y="334"/>
                  <a:pt x="3501" y="501"/>
                  <a:pt x="3859" y="787"/>
                </a:cubicBezTo>
                <a:cubicBezTo>
                  <a:pt x="3886" y="805"/>
                  <a:pt x="3917" y="813"/>
                  <a:pt x="3947" y="813"/>
                </a:cubicBezTo>
                <a:cubicBezTo>
                  <a:pt x="3996" y="813"/>
                  <a:pt x="4044" y="792"/>
                  <a:pt x="4073" y="763"/>
                </a:cubicBezTo>
                <a:cubicBezTo>
                  <a:pt x="4121" y="692"/>
                  <a:pt x="4121" y="596"/>
                  <a:pt x="4049" y="549"/>
                </a:cubicBezTo>
                <a:cubicBezTo>
                  <a:pt x="3597" y="191"/>
                  <a:pt x="3073" y="1"/>
                  <a:pt x="2501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6" name="Google Shape;2814;p94">
            <a:extLst xmlns:a="http://schemas.openxmlformats.org/drawingml/2006/main">
              <a:ext uri="{FF2B5EF4-FFF2-40B4-BE49-F238E27FC236}">
                <a16:creationId xmlns:a16="http://schemas.microsoft.com/office/drawing/2014/main" id="{9A6C7A3F-7585-4418-8921-340A277E4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844225" y="2227156"/>
            <a:ext cx="52240" cy="37620"/>
          </a:xfrm>
          <a:custGeom xmlns:a="http://schemas.openxmlformats.org/drawingml/2006/main">
            <a:rect l="l" t="t" r="r" b="b"/>
            <a:pathLst>
              <a:path w="716" h="508">
                <a:moveTo>
                  <a:pt x="167" y="1"/>
                </a:moveTo>
                <a:cubicBezTo>
                  <a:pt x="132" y="1"/>
                  <a:pt x="96" y="19"/>
                  <a:pt x="72" y="55"/>
                </a:cubicBezTo>
                <a:cubicBezTo>
                  <a:pt x="1" y="102"/>
                  <a:pt x="1" y="197"/>
                  <a:pt x="72" y="245"/>
                </a:cubicBezTo>
                <a:lnTo>
                  <a:pt x="263" y="459"/>
                </a:lnTo>
                <a:cubicBezTo>
                  <a:pt x="286" y="483"/>
                  <a:pt x="334" y="507"/>
                  <a:pt x="358" y="507"/>
                </a:cubicBezTo>
                <a:cubicBezTo>
                  <a:pt x="405" y="507"/>
                  <a:pt x="429" y="483"/>
                  <a:pt x="477" y="459"/>
                </a:cubicBezTo>
                <a:lnTo>
                  <a:pt x="667" y="245"/>
                </a:lnTo>
                <a:cubicBezTo>
                  <a:pt x="715" y="197"/>
                  <a:pt x="715" y="102"/>
                  <a:pt x="667" y="55"/>
                </a:cubicBezTo>
                <a:cubicBezTo>
                  <a:pt x="632" y="19"/>
                  <a:pt x="590" y="1"/>
                  <a:pt x="551" y="1"/>
                </a:cubicBezTo>
                <a:cubicBezTo>
                  <a:pt x="513" y="1"/>
                  <a:pt x="477" y="19"/>
                  <a:pt x="453" y="55"/>
                </a:cubicBezTo>
                <a:lnTo>
                  <a:pt x="358" y="150"/>
                </a:lnTo>
                <a:lnTo>
                  <a:pt x="263" y="55"/>
                </a:lnTo>
                <a:cubicBezTo>
                  <a:pt x="239" y="19"/>
                  <a:pt x="203" y="1"/>
                  <a:pt x="16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7" name="Google Shape;2815;p94">
            <a:extLst xmlns:a="http://schemas.openxmlformats.org/drawingml/2006/main">
              <a:ext uri="{FF2B5EF4-FFF2-40B4-BE49-F238E27FC236}">
                <a16:creationId xmlns:a16="http://schemas.microsoft.com/office/drawing/2014/main" id="{640AD4B2-060F-41CA-9145-8FE5217D1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037138" y="2075044"/>
            <a:ext cx="52167" cy="36287"/>
          </a:xfrm>
          <a:custGeom xmlns:a="http://schemas.openxmlformats.org/drawingml/2006/main">
            <a:rect l="l" t="t" r="r" b="b"/>
            <a:pathLst>
              <a:path w="715" h="490">
                <a:moveTo>
                  <a:pt x="164" y="1"/>
                </a:moveTo>
                <a:cubicBezTo>
                  <a:pt x="125" y="1"/>
                  <a:pt x="83" y="13"/>
                  <a:pt x="48" y="37"/>
                </a:cubicBezTo>
                <a:cubicBezTo>
                  <a:pt x="0" y="84"/>
                  <a:pt x="0" y="180"/>
                  <a:pt x="48" y="251"/>
                </a:cubicBezTo>
                <a:lnTo>
                  <a:pt x="238" y="442"/>
                </a:lnTo>
                <a:cubicBezTo>
                  <a:pt x="286" y="465"/>
                  <a:pt x="310" y="489"/>
                  <a:pt x="357" y="489"/>
                </a:cubicBezTo>
                <a:cubicBezTo>
                  <a:pt x="381" y="489"/>
                  <a:pt x="429" y="465"/>
                  <a:pt x="453" y="442"/>
                </a:cubicBezTo>
                <a:lnTo>
                  <a:pt x="667" y="251"/>
                </a:lnTo>
                <a:cubicBezTo>
                  <a:pt x="714" y="180"/>
                  <a:pt x="714" y="84"/>
                  <a:pt x="667" y="37"/>
                </a:cubicBezTo>
                <a:cubicBezTo>
                  <a:pt x="631" y="13"/>
                  <a:pt x="589" y="1"/>
                  <a:pt x="551" y="1"/>
                </a:cubicBezTo>
                <a:cubicBezTo>
                  <a:pt x="512" y="1"/>
                  <a:pt x="476" y="13"/>
                  <a:pt x="453" y="37"/>
                </a:cubicBezTo>
                <a:lnTo>
                  <a:pt x="357" y="132"/>
                </a:lnTo>
                <a:lnTo>
                  <a:pt x="262" y="37"/>
                </a:lnTo>
                <a:cubicBezTo>
                  <a:pt x="238" y="13"/>
                  <a:pt x="202" y="1"/>
                  <a:pt x="164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8" name="Google Shape;2816;p94">
            <a:extLst xmlns:a="http://schemas.openxmlformats.org/drawingml/2006/main">
              <a:ext uri="{FF2B5EF4-FFF2-40B4-BE49-F238E27FC236}">
                <a16:creationId xmlns:a16="http://schemas.microsoft.com/office/drawing/2014/main" id="{B9AD07CB-42EC-4E97-9880-D8764D386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151762" y="1905752"/>
            <a:ext cx="52240" cy="36287"/>
          </a:xfrm>
          <a:custGeom xmlns:a="http://schemas.openxmlformats.org/drawingml/2006/main">
            <a:rect l="l" t="t" r="r" b="b"/>
            <a:pathLst>
              <a:path w="716" h="490">
                <a:moveTo>
                  <a:pt x="168" y="1"/>
                </a:moveTo>
                <a:cubicBezTo>
                  <a:pt x="132" y="1"/>
                  <a:pt x="96" y="13"/>
                  <a:pt x="72" y="37"/>
                </a:cubicBezTo>
                <a:cubicBezTo>
                  <a:pt x="1" y="84"/>
                  <a:pt x="1" y="179"/>
                  <a:pt x="72" y="251"/>
                </a:cubicBezTo>
                <a:lnTo>
                  <a:pt x="263" y="441"/>
                </a:lnTo>
                <a:cubicBezTo>
                  <a:pt x="287" y="465"/>
                  <a:pt x="310" y="489"/>
                  <a:pt x="358" y="489"/>
                </a:cubicBezTo>
                <a:cubicBezTo>
                  <a:pt x="406" y="489"/>
                  <a:pt x="429" y="465"/>
                  <a:pt x="453" y="441"/>
                </a:cubicBezTo>
                <a:lnTo>
                  <a:pt x="668" y="251"/>
                </a:lnTo>
                <a:cubicBezTo>
                  <a:pt x="715" y="179"/>
                  <a:pt x="715" y="84"/>
                  <a:pt x="668" y="37"/>
                </a:cubicBezTo>
                <a:cubicBezTo>
                  <a:pt x="632" y="13"/>
                  <a:pt x="590" y="1"/>
                  <a:pt x="552" y="1"/>
                </a:cubicBezTo>
                <a:cubicBezTo>
                  <a:pt x="513" y="1"/>
                  <a:pt x="477" y="13"/>
                  <a:pt x="453" y="37"/>
                </a:cubicBezTo>
                <a:lnTo>
                  <a:pt x="358" y="132"/>
                </a:lnTo>
                <a:lnTo>
                  <a:pt x="263" y="37"/>
                </a:lnTo>
                <a:cubicBezTo>
                  <a:pt x="239" y="13"/>
                  <a:pt x="203" y="1"/>
                  <a:pt x="16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21184223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7C4FB34C-1F61-48B5-880F-B3DE7356C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7010" y="1396603"/>
            <a:ext cx="1504594" cy="1401168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57439397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620EBA3E-8021-4DE6-8498-282D4308AFC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 sz="1500"/>
              <a:t>OPEN-SET ОТКАЗ</a:t>
            </a:r>
          </a:p>
        </p:txBody>
      </p:sp>
      <p:cxnSp>
        <p:nvCxnSpPr>
          <p:cNvPr id="1957439493" name="Google Shape;2799;p94"/>
          <p:cNvCxnSpPr/>
          <p:nvPr/>
        </p:nvCxnSpPr>
        <p:spPr>
          <a:xfrm xmlns:a="http://schemas.openxmlformats.org/drawingml/2006/main" flipV="1">
            <a:off x="6843165" y="2119165"/>
            <a:ext cx="2489934" cy="12489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headEnd type="none" w="med" len="med"/>
            <a:tailEnd type="none" w="med" len="me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1218816"/>
      </p:ext>
    </p:extLst>
  </p:cSld>
</p:sld>
</file>

<file path=ppt/slides/slide14.xml><?xml version="1.0" encoding="utf-8"?>
<p:sld xmlns:p="http://schemas.openxmlformats.org/presentationml/2006/main" showMasterSp="1">
  <p:cSld>
    <p:bg>
      <p:bgPr>
        <a:blipFill xmlns:a="http://schemas.openxmlformats.org/drawingml/2006/main" rotWithShape="1">
          <a:blip xmlns:r="http://schemas.openxmlformats.org/officeDocument/2006/relationships" r:embed="Redec64c108a441f4">
            <a:lum/>
          </a:blip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69859336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7CD52A58-95EC-477E-BF88-A715060C4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06422193" name="Номер слайда 10">
            <a:extLst xmlns:a="http://schemas.openxmlformats.org/drawingml/2006/main">
              <a:ext uri="{FF2B5EF4-FFF2-40B4-BE49-F238E27FC236}">
                <a16:creationId xmlns:a16="http://schemas.microsoft.com/office/drawing/2014/main" id="{108AF1B5-7D44-42BB-8854-FE68428C2B3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fld id="{327921A4-25C4-3DB4-06B1-32693CEE2241}" type="slidenum">
              <a:rPr>
                <a:solidFill>
                  <a:schemeClr val="accent5"/>
                </a:solidFill>
              </a:rPr>
              <a:t>14</a:t>
            </a:fld>
          </a:p>
        </p:txBody>
      </p:sp>
      <p:sp>
        <p:nvSpPr>
          <p:cNvPr id="1827317630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7A528A9C-9AF6-4721-B81C-ED95087F5D19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755267" y="1343263"/>
            <a:ext cx="4790314" cy="1021701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FC3777"/>
                </a:solidFill>
              </a:rPr>
              <a:t>ФИНАЛЬНЫЙ DOCKER</a:t>
            </a:r>
          </a:p>
        </p:txBody>
      </p:sp>
      <p:sp>
        <p:nvSpPr>
          <p:cNvPr id="66657594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F7321080-AE24-49FB-9A17-82128AD2DCA2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755267" y="1722800"/>
            <a:ext cx="4790314" cy="642164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50.98 ms batch‑1</a:t>
            </a:r>
          </a:p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101.04 FPS</a:t>
            </a:r>
          </a:p>
        </p:txBody>
      </p:sp>
      <p:sp>
        <p:nvSpPr>
          <p:cNvPr id="21059579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6BD5F488-5283-4B7B-B97C-B4B300A3515B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755267" y="2611824"/>
            <a:ext cx="4790314" cy="1021701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FC3777"/>
                </a:solidFill>
              </a:rPr>
              <a:t>НОВЫЙ RUNTIME</a:t>
            </a:r>
          </a:p>
        </p:txBody>
      </p:sp>
      <p:sp>
        <p:nvSpPr>
          <p:cNvPr id="125973680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1192124B-4D78-4C67-A27A-DF5C3B03E353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755267" y="2991361"/>
            <a:ext cx="4790314" cy="642164"/>
          </a:xfrm>
        </p:spPr>
        <p:txBody>
          <a:bodyPr xmlns:a="http://schemas.openxmlformats.org/drawingml/2006/main">
            <a:normAutofit fontScale="67778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41.83 ms</a:t>
            </a:r>
          </a:p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124.05 FPS</a:t>
            </a:r>
          </a:p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экспериментально</a:t>
            </a:r>
          </a:p>
        </p:txBody>
      </p:sp>
      <p:sp>
        <p:nvSpPr>
          <p:cNvPr id="549386514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769260AD-F9E0-4C31-A304-1D602774C22B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755267" y="3880385"/>
            <a:ext cx="4790314" cy="1021701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FC3777"/>
                </a:solidFill>
              </a:rPr>
              <a:t>ЧТО ВХОДИТ В LATENCY</a:t>
            </a:r>
          </a:p>
        </p:txBody>
      </p:sp>
      <p:sp>
        <p:nvSpPr>
          <p:cNvPr id="1112297575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3EEF2447-5D32-4FB8-BE5B-E42F391A6679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755267" y="4259922"/>
            <a:ext cx="4790314" cy="642164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JPEG I/O, decode, crop, HSV, transfer, три forward, pooling и L2.</a:t>
            </a:r>
          </a:p>
        </p:txBody>
      </p:sp>
      <p:sp>
        <p:nvSpPr>
          <p:cNvPr id="1579708373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F9A56812-7989-4AE1-84D7-E53399B97169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755267" y="5148947"/>
            <a:ext cx="4790314" cy="1021701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FC3777"/>
                </a:solidFill>
              </a:rPr>
              <a:t>КРИТЕРИЙ 20/20</a:t>
            </a:r>
          </a:p>
        </p:txBody>
      </p:sp>
      <p:sp>
        <p:nvSpPr>
          <p:cNvPr id="1689253862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EDAB1918-5C79-42F7-BEA6-084F4983AC10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6755267" y="5528484"/>
            <a:ext cx="4790314" cy="642164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≤40 ms и ≥100 FPS. На A5000 ещё не измерено — заранее обещать 20/20 нельзя.</a:t>
            </a:r>
          </a:p>
        </p:txBody>
      </p:sp>
      <p:graphicFrame>
        <p:nvGraphicFramePr>
          <p:cNvPr id="1827317642" name="Диаграмма 11"/>
          <p:cNvGraphicFramePr/>
          <p:nvPr/>
        </p:nvGraphicFramePr>
        <p:xfrm>
          <a:off xmlns:a="http://schemas.openxmlformats.org/drawingml/2006/main" x="346075" y="1424510"/>
          <a:ext xmlns:a="http://schemas.openxmlformats.org/drawingml/2006/main" cx="5749925" cy="4401748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59013ee5cdf4eac"/>
          </a:graphicData>
        </a:graphic>
      </p:graphicFrame>
      <p:sp>
        <p:nvSpPr>
          <p:cNvPr id="1177794490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40D63AC9-F126-4E48-B0B3-A1561A1910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 sz="1500"/>
              <a:t>ПРОИЗВОДИТЕЛЬНОСТЬ</a:t>
            </a:r>
          </a:p>
        </p:txBody>
      </p:sp>
    </p:spTree>
    <p:extLst>
      <p:ext uri="{BB962C8B-B14F-4D97-AF65-F5344CB8AC3E}">
        <p14:creationId xmlns:p14="http://schemas.microsoft.com/office/powerpoint/2010/main" val="1782075906"/>
      </p:ext>
    </p:extLst>
  </p:cSld>
</p:sld>
</file>

<file path=ppt/slides/slide15.xml><?xml version="1.0" encoding="utf-8"?>
<p:sld xmlns:p="http://schemas.openxmlformats.org/presentationml/2006/main" showMasterSp="1">
  <p:cSld>
    <p:bg>
      <p:bgPr>
        <a:blipFill xmlns:a="http://schemas.openxmlformats.org/drawingml/2006/main" rotWithShape="1">
          <a:blip xmlns:r="http://schemas.openxmlformats.org/officeDocument/2006/relationships" r:embed="R7e76286e1d094936">
            <a:lum/>
          </a:blip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90471956" name="Скругленный 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0691B2DB-EAF6-4BAB-AAFF-64F270A23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70980009" name="Номер слайда 12">
            <a:extLst xmlns:a="http://schemas.openxmlformats.org/drawingml/2006/main">
              <a:ext uri="{FF2B5EF4-FFF2-40B4-BE49-F238E27FC236}">
                <a16:creationId xmlns:a16="http://schemas.microsoft.com/office/drawing/2014/main" id="{F27F1E01-9B2E-4FF5-8E0F-9309BD0149F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fld id="{EA83FA91-883A-0168-8075-96CEB9DCA3C2}" type="slidenum">
              <a:rPr>
                <a:solidFill>
                  <a:schemeClr val="accent5"/>
                </a:solidFill>
              </a:rPr>
              <a:t>15</a:t>
            </a:fld>
          </a:p>
        </p:txBody>
      </p:sp>
      <p:sp>
        <p:nvSpPr>
          <p:cNvPr id="1845791128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DAFC6B83-2446-4E67-9197-5A618933EFCE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346075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FC3777"/>
                </a:solidFill>
              </a:rPr>
              <a:t>OFFLINE GALLERY</a:t>
            </a:r>
          </a:p>
        </p:txBody>
      </p:sp>
      <p:sp>
        <p:nvSpPr>
          <p:cNvPr id="175425605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81799234-48C6-4DFB-ACFF-B5E51D946C3A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346075" y="1814077"/>
            <a:ext cx="2526079" cy="1120685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Один раз вычислять признаки; хранить float16/memmap и версию весов.</a:t>
            </a:r>
          </a:p>
        </p:txBody>
      </p:sp>
      <p:sp>
        <p:nvSpPr>
          <p:cNvPr id="567808411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6C5E7AE0-859C-4EC6-A02B-DEDF1DF5E61D}"/>
              </a:ext>
            </a:extLst>
          </p:cNvPr>
          <p:cNvSpPr>
            <a:spLocks xmlns:a="http://schemas.openxmlformats.org/drawingml/2006/main" noGrp="1"/>
          </p:cNvSpPr>
          <p:nvPr>
            <p:ph type="body" idx="28"/>
          </p:nvPr>
        </p:nvSpPr>
        <p:spPr>
          <a:xfrm xmlns:a="http://schemas.openxmlformats.org/drawingml/2006/main">
            <a:off x="4832960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FC3777"/>
                </a:solidFill>
              </a:rPr>
              <a:t>SHORTLIST</a:t>
            </a:r>
          </a:p>
        </p:txBody>
      </p:sp>
      <p:sp>
        <p:nvSpPr>
          <p:cNvPr id="1063055699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CA5A0BB0-3AA0-4A00-9EDB-D6024B970B66}"/>
              </a:ext>
            </a:extLst>
          </p:cNvPr>
          <p:cNvSpPr>
            <a:spLocks xmlns:a="http://schemas.openxmlformats.org/drawingml/2006/main" noGrp="1"/>
          </p:cNvSpPr>
          <p:nvPr>
            <p:ph type="body" idx="29"/>
          </p:nvPr>
        </p:nvSpPr>
        <p:spPr>
          <a:xfrm xmlns:a="http://schemas.openxmlformats.org/drawingml/2006/main">
            <a:off x="4832960" y="1814077"/>
            <a:ext cx="2526079" cy="1120685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ANN возвращает top‑K; точное сравнение остаётся только для малого списка.</a:t>
            </a:r>
          </a:p>
        </p:txBody>
      </p:sp>
      <p:sp>
        <p:nvSpPr>
          <p:cNvPr id="1501354303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11CB69F1-33AF-4F1E-A6F0-29B3D2021003}"/>
              </a:ext>
            </a:extLst>
          </p:cNvPr>
          <p:cNvSpPr>
            <a:spLocks xmlns:a="http://schemas.openxmlformats.org/drawingml/2006/main" noGrp="1"/>
          </p:cNvSpPr>
          <p:nvPr>
            <p:ph type="body" idx="30"/>
          </p:nvPr>
        </p:nvSpPr>
        <p:spPr>
          <a:xfrm xmlns:a="http://schemas.openxmlformats.org/drawingml/2006/main">
            <a:off x="9330862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FC3777"/>
                </a:solidFill>
              </a:rPr>
              <a:t>МОНИТОРИНГ</a:t>
            </a:r>
          </a:p>
        </p:txBody>
      </p:sp>
      <p:sp>
        <p:nvSpPr>
          <p:cNvPr id="1321846474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1D099CC-54D1-431E-86E1-870600C90F74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9330862" y="1814077"/>
            <a:ext cx="2526079" cy="1120685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Recall@K, p50/p95/p99, доля отказов и drift по камерам/времени суток.</a:t>
            </a:r>
          </a:p>
        </p:txBody>
      </p:sp>
      <p:sp>
        <p:nvSpPr>
          <p:cNvPr id="21704065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9B9700D3-8C7B-45A3-A377-35A08F4012B9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2593517" y="4825338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FC3777"/>
                </a:solidFill>
              </a:rPr>
              <a:t>ANN INDEX</a:t>
            </a:r>
          </a:p>
        </p:txBody>
      </p:sp>
      <p:sp>
        <p:nvSpPr>
          <p:cNvPr id="85298067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5731EA59-4B0E-47C7-98B0-A29532698716}"/>
              </a:ext>
            </a:extLst>
          </p:cNvPr>
          <p:cNvSpPr>
            <a:spLocks xmlns:a="http://schemas.openxmlformats.org/drawingml/2006/main" noGrp="1"/>
          </p:cNvSpPr>
          <p:nvPr>
            <p:ph type="body" idx="33"/>
          </p:nvPr>
        </p:nvSpPr>
        <p:spPr>
          <a:xfrm xmlns:a="http://schemas.openxmlformats.org/drawingml/2006/main">
            <a:off x="2593517" y="5181340"/>
            <a:ext cx="2526079" cy="1120685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FAISS IVF/PQ или HNSW заменяет полный cosine scan при росте gallery.</a:t>
            </a:r>
          </a:p>
        </p:txBody>
      </p:sp>
      <p:sp>
        <p:nvSpPr>
          <p:cNvPr id="58284361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F38BD05B-A971-4361-B7F3-0CA458F53641}"/>
              </a:ext>
            </a:extLst>
          </p:cNvPr>
          <p:cNvSpPr>
            <a:spLocks xmlns:a="http://schemas.openxmlformats.org/drawingml/2006/main" noGrp="1"/>
          </p:cNvSpPr>
          <p:nvPr>
            <p:ph type="body" idx="34"/>
          </p:nvPr>
        </p:nvSpPr>
        <p:spPr>
          <a:xfrm xmlns:a="http://schemas.openxmlformats.org/drawingml/2006/main">
            <a:off x="7080402" y="4825338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FC3777"/>
                </a:solidFill>
              </a:rPr>
              <a:t>LOCAL RERANK</a:t>
            </a:r>
          </a:p>
        </p:txBody>
      </p:sp>
      <p:sp>
        <p:nvSpPr>
          <p:cNvPr id="1837104852" name="Текст 10">
            <a:extLst xmlns:a="http://schemas.openxmlformats.org/drawingml/2006/main">
              <a:ext uri="{FF2B5EF4-FFF2-40B4-BE49-F238E27FC236}">
                <a16:creationId xmlns:a16="http://schemas.microsoft.com/office/drawing/2014/main" id="{80B35A3B-04B4-4331-A2D4-A43994B93880}"/>
              </a:ext>
            </a:extLst>
          </p:cNvPr>
          <p:cNvSpPr>
            <a:spLocks xmlns:a="http://schemas.openxmlformats.org/drawingml/2006/main" noGrp="1"/>
          </p:cNvSpPr>
          <p:nvPr>
            <p:ph type="body" idx="35"/>
          </p:nvPr>
        </p:nvSpPr>
        <p:spPr>
          <a:xfrm xmlns:a="http://schemas.openxmlformats.org/drawingml/2006/main">
            <a:off x="7080402" y="5181340"/>
            <a:ext cx="2526079" cy="1120685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Patch/token verifier применяется к top‑25, поэтому стоимость почти не зависит от gallery.</a:t>
            </a:r>
          </a:p>
        </p:txBody>
      </p:sp>
      <p:sp>
        <p:nvSpPr>
          <p:cNvPr id="1731368653" name="Прямая соединительная линия 33">
            <a:extLst xmlns:a="http://schemas.openxmlformats.org/drawingml/2006/main">
              <a:ext uri="{FF2B5EF4-FFF2-40B4-BE49-F238E27FC236}">
                <a16:creationId xmlns:a16="http://schemas.microsoft.com/office/drawing/2014/main" id="{79BFEF18-26F7-43D0-BD2B-491609911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5940" y="3860224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024670215" name="Прямая соединительная линия 34">
            <a:extLst xmlns:a="http://schemas.openxmlformats.org/drawingml/2006/main">
              <a:ext uri="{FF2B5EF4-FFF2-40B4-BE49-F238E27FC236}">
                <a16:creationId xmlns:a16="http://schemas.microsoft.com/office/drawing/2014/main" id="{9C80D890-FB3F-43A3-9B4B-F0876D338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2137" y="3862139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20144373" name="Прямая соединительная линия 35">
            <a:extLst xmlns:a="http://schemas.openxmlformats.org/drawingml/2006/main">
              <a:ext uri="{FF2B5EF4-FFF2-40B4-BE49-F238E27FC236}">
                <a16:creationId xmlns:a16="http://schemas.microsoft.com/office/drawing/2014/main" id="{71E6D639-913A-4396-B4A6-7FEE14FBA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334" y="3862139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934664500" name="Прямая соединительная линия 36">
            <a:extLst xmlns:a="http://schemas.openxmlformats.org/drawingml/2006/main">
              <a:ext uri="{FF2B5EF4-FFF2-40B4-BE49-F238E27FC236}">
                <a16:creationId xmlns:a16="http://schemas.microsoft.com/office/drawing/2014/main" id="{B9FB534B-DF89-4008-A203-80408D59B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0467" y="3862139"/>
            <a:ext cx="1332545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05829465" name="Прямая соединительная линия 37">
            <a:extLst xmlns:a="http://schemas.openxmlformats.org/drawingml/2006/main">
              <a:ext uri="{FF2B5EF4-FFF2-40B4-BE49-F238E27FC236}">
                <a16:creationId xmlns:a16="http://schemas.microsoft.com/office/drawing/2014/main" id="{6D485B4F-5D55-497B-A3CB-BC0E160F5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114" y="2934762"/>
            <a:ext cx="1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792336023" name="Прямая соединительная линия 38">
            <a:extLst xmlns:a="http://schemas.openxmlformats.org/drawingml/2006/main">
              <a:ext uri="{FF2B5EF4-FFF2-40B4-BE49-F238E27FC236}">
                <a16:creationId xmlns:a16="http://schemas.microsoft.com/office/drawing/2014/main" id="{B0D9170A-0269-48D0-8BAF-026F638CB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5312" y="4216228"/>
            <a:ext cx="1245" cy="575062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66998851" name="Прямая соединительная линия 39">
            <a:extLst xmlns:a="http://schemas.openxmlformats.org/drawingml/2006/main">
              <a:ext uri="{FF2B5EF4-FFF2-40B4-BE49-F238E27FC236}">
                <a16:creationId xmlns:a16="http://schemas.microsoft.com/office/drawing/2014/main" id="{FA2055B8-8EED-4278-AEF2-CC7F65C42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34762"/>
            <a:ext cx="5509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907937511" name="Прямая соединительная линия 40">
            <a:extLst xmlns:a="http://schemas.openxmlformats.org/drawingml/2006/main">
              <a:ext uri="{FF2B5EF4-FFF2-40B4-BE49-F238E27FC236}">
                <a16:creationId xmlns:a16="http://schemas.microsoft.com/office/drawing/2014/main" id="{546A02D4-6851-4267-B1E6-88C68F0BA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8343442" y="4216228"/>
            <a:ext cx="4264" cy="575062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757810320" name="Прямая соединительная линия 41">
            <a:extLst xmlns:a="http://schemas.openxmlformats.org/drawingml/2006/main">
              <a:ext uri="{FF2B5EF4-FFF2-40B4-BE49-F238E27FC236}">
                <a16:creationId xmlns:a16="http://schemas.microsoft.com/office/drawing/2014/main" id="{CBA4F9B3-F47F-4D39-8B38-721DDCAB9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3901" y="2934762"/>
            <a:ext cx="1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58751272" name="Скругленный прямоугольник 42">
            <a:extLst xmlns:a="http://schemas.openxmlformats.org/drawingml/2006/main">
              <a:ext uri="{FF2B5EF4-FFF2-40B4-BE49-F238E27FC236}">
                <a16:creationId xmlns:a16="http://schemas.microsoft.com/office/drawing/2014/main" id="{CF231F77-CDCF-49A7-9FE8-9D1867243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1126" y="3508049"/>
            <a:ext cx="874814" cy="708179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1</a:t>
            </a:r>
          </a:p>
        </p:txBody>
      </p:sp>
      <p:sp>
        <p:nvSpPr>
          <p:cNvPr id="812859897" name="Скругленный прямоугольник 43">
            <a:extLst xmlns:a="http://schemas.openxmlformats.org/drawingml/2006/main">
              <a:ext uri="{FF2B5EF4-FFF2-40B4-BE49-F238E27FC236}">
                <a16:creationId xmlns:a16="http://schemas.microsoft.com/office/drawing/2014/main" id="{37D87DB0-31F2-446F-8DE7-424D71D10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2397" y="3506136"/>
            <a:ext cx="874814" cy="708179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2</a:t>
            </a:r>
          </a:p>
        </p:txBody>
      </p:sp>
      <p:sp>
        <p:nvSpPr>
          <p:cNvPr id="108934526" name="Скругленный прямоугольник 44">
            <a:extLst xmlns:a="http://schemas.openxmlformats.org/drawingml/2006/main">
              <a:ext uri="{FF2B5EF4-FFF2-40B4-BE49-F238E27FC236}">
                <a16:creationId xmlns:a16="http://schemas.microsoft.com/office/drawing/2014/main" id="{CC439717-08AA-4BF8-8535-722CE7ADE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8594" y="3516255"/>
            <a:ext cx="874814" cy="708179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3</a:t>
            </a:r>
          </a:p>
        </p:txBody>
      </p:sp>
      <p:sp>
        <p:nvSpPr>
          <p:cNvPr id="1741896490" name="Скругленный прямоугольник 52">
            <a:extLst xmlns:a="http://schemas.openxmlformats.org/drawingml/2006/main">
              <a:ext uri="{FF2B5EF4-FFF2-40B4-BE49-F238E27FC236}">
                <a16:creationId xmlns:a16="http://schemas.microsoft.com/office/drawing/2014/main" id="{B11E4735-E292-417C-AB3C-96FBF76ED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9752" y="3506134"/>
            <a:ext cx="874814" cy="708179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4</a:t>
            </a:r>
          </a:p>
        </p:txBody>
      </p:sp>
      <p:sp>
        <p:nvSpPr>
          <p:cNvPr id="1007682587" name="Скругленный прямоугольник 53">
            <a:extLst xmlns:a="http://schemas.openxmlformats.org/drawingml/2006/main">
              <a:ext uri="{FF2B5EF4-FFF2-40B4-BE49-F238E27FC236}">
                <a16:creationId xmlns:a16="http://schemas.microsoft.com/office/drawing/2014/main" id="{54B6BCE1-405A-469F-AC68-C02A319B4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3011" y="3538625"/>
            <a:ext cx="874814" cy="708179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5</a:t>
            </a:r>
          </a:p>
        </p:txBody>
      </p:sp>
      <p:sp>
        <p:nvSpPr>
          <p:cNvPr id="1475492823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4AC444F8-A2CC-46E8-98AC-7BE9F4E758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 sz="1500"/>
              <a:t>МАСШТАБИРОВАНИЕ</a:t>
            </a:r>
          </a:p>
        </p:txBody>
      </p:sp>
      <p:sp>
        <p:nvSpPr>
          <p:cNvPr id="1473606708" name="Скругленный 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650A4214-FB78-433C-B4B1-E03ACD048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4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86179979" name="Скругленный прямоугольник 15">
            <a:extLst xmlns:a="http://schemas.openxmlformats.org/drawingml/2006/main">
              <a:ext uri="{FF2B5EF4-FFF2-40B4-BE49-F238E27FC236}">
                <a16:creationId xmlns:a16="http://schemas.microsoft.com/office/drawing/2014/main" id="{71481603-7CA9-4036-B99B-D1742455C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41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053687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C351E3DD-2601-41A4-A2DA-F093BA94A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8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93685711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734A3730-7272-484F-A700-51121D7EF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1878" y="4825338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24313899" name="Скругленный 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DE7F75AD-2B5F-419C-BC5E-08FF8995F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8708" y="4791290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1730402329"/>
      </p:ext>
    </p:extLst>
  </p:cSld>
</p:sld>
</file>

<file path=ppt/slides/slide16.xml><?xml version="1.0" encoding="utf-8"?>
<p:sld xmlns:p="http://schemas.openxmlformats.org/presentationml/2006/main" showMasterSp="1">
  <p:cSld>
    <p:bg>
      <p:bgPr>
        <a:blipFill xmlns:a="http://schemas.openxmlformats.org/drawingml/2006/main" rotWithShape="1">
          <a:blip xmlns:r="http://schemas.openxmlformats.org/officeDocument/2006/relationships" r:embed="R50d2ba72ffaa4c0a">
            <a:lum/>
          </a:blip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42862613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33B311ED-26AA-48A7-86A8-E1A109A91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82014152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14BB1E2E-7077-4C6A-A8F3-3437BF15F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1366423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1388613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3C7ABC0A-807D-4AE0-A506-E18BC10A2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2377094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33510201" name="Скругленный 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35AD820B-DCD5-45FA-B890-860845278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3387765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421930" name="Скругленный 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1EFE7B9A-3298-47ED-B76A-7E45AE530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4398436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66391307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F7EC975B-7D3A-48D5-ACD2-8D1FFBDBB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5409107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71517961" name="Скругленный 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2C77FDE2-0763-4A02-9623-89A79259C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366423"/>
            <a:ext cx="5389562" cy="4834351"/>
          </a:xfrm>
          <a:prstGeom xmlns:a="http://schemas.openxmlformats.org/drawingml/2006/main" prst="roundRect">
            <a:avLst>
              <a:gd name="adj" fmla="val 291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68307345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C338025A-13E4-4E9A-8BA6-5BFBDBAAAA7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623887" y="1732103"/>
            <a:ext cx="4734174" cy="41393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>
                <a:solidFill>
                  <a:srgbClr val="2D1451"/>
                </a:solidFill>
              </a:rPr>
              <a:t>Одна offline-команда создаёт embeddings, top‑10, refusal и manifest. Весовые файлы закреплены SHA256, gallery статична, outputs проверяются fail‑closed verifier. В репозитории есть GUI для оператора (`START_GUI.cmd`) и воспроизводимый Docker-контур.</a:t>
            </a:r>
          </a:p>
        </p:txBody>
      </p:sp>
      <p:sp>
        <p:nvSpPr>
          <p:cNvPr id="90602484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F803DEF3-ACB0-498A-96A1-413D68014C91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6172730" y="1445505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01 · Offline Docker: без сети, dataset и outputs монтируются отдельно</a:t>
            </a:r>
          </a:p>
        </p:txBody>
      </p:sp>
      <p:sp>
        <p:nvSpPr>
          <p:cNvPr id="210202592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9FD43855-64E3-4233-9C9F-E2C731ECED4B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172730" y="2472872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02 · 244.6 MB весов против лимита 2 GB; SHA256 allowlist</a:t>
            </a:r>
          </a:p>
        </p:txBody>
      </p:sp>
      <p:sp>
        <p:nvSpPr>
          <p:cNvPr id="1984634015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62ED7771-6887-45D8-A657-5519249B4578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6172730" y="3485922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03 · Нет query-query, test camera и зависимости от порядка CSV</a:t>
            </a:r>
          </a:p>
        </p:txBody>
      </p:sp>
      <p:sp>
        <p:nvSpPr>
          <p:cNvPr id="106598996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299AB7A3-02C5-4A0B-A453-F4E6D26AB990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172730" y="4496593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04 · Verifier проверяет schema, top‑10, finite values и hashes</a:t>
            </a:r>
          </a:p>
        </p:txBody>
      </p:sp>
      <p:sp>
        <p:nvSpPr>
          <p:cNvPr id="190845042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23A7412-A81D-4ECB-8645-2AC7A90D1CC7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6172730" y="5516924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05 · 274 теста + полный Docker inference: status ok</a:t>
            </a:r>
          </a:p>
        </p:txBody>
      </p:sp>
      <p:sp>
        <p:nvSpPr>
          <p:cNvPr id="1065763849" name="Номер слайда 9">
            <a:extLst xmlns:a="http://schemas.openxmlformats.org/drawingml/2006/main">
              <a:ext uri="{FF2B5EF4-FFF2-40B4-BE49-F238E27FC236}">
                <a16:creationId xmlns:a16="http://schemas.microsoft.com/office/drawing/2014/main" id="{265DAF85-FABC-4FD6-A2B4-0ADB604538C9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33200" y="6356350"/>
            <a:ext cx="558800" cy="365125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fld id="{DC9C7607-4BA3-B4DC-A00F-2E67A9FCFF7E}" type="slidenum">
              <a:rPr>
                <a:solidFill>
                  <a:schemeClr val="accent5"/>
                </a:solidFill>
              </a:rPr>
              <a:t>16</a:t>
            </a:fld>
          </a:p>
        </p:txBody>
      </p:sp>
      <p:sp>
        <p:nvSpPr>
          <p:cNvPr id="1290914196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15139632-DAA6-4BC1-A671-A0FFAC3C0A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 sz="1500"/>
              <a:t>ГОТОВНОСТЬ К ЗАПУСКУ</a:t>
            </a:r>
          </a:p>
        </p:txBody>
      </p:sp>
    </p:spTree>
    <p:extLst>
      <p:ext uri="{BB962C8B-B14F-4D97-AF65-F5344CB8AC3E}">
        <p14:creationId xmlns:p14="http://schemas.microsoft.com/office/powerpoint/2010/main" val="281903813"/>
      </p:ext>
    </p:extLst>
  </p:cSld>
</p:sld>
</file>

<file path=ppt/slides/slide17.xml><?xml version="1.0" encoding="utf-8"?>
<p:sld xmlns:p="http://schemas.openxmlformats.org/presentationml/2006/main" showMasterSp="1">
  <p:cSld>
    <p:bg>
      <p:bgPr>
        <a:blipFill xmlns:a="http://schemas.openxmlformats.org/drawingml/2006/main" rotWithShape="1">
          <a:blip xmlns:r="http://schemas.openxmlformats.org/officeDocument/2006/relationships" r:embed="R8545486ff21e44b5">
            <a:lum/>
          </a:blip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90471956" name="Скругленный 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0691B2DB-EAF6-4BAB-AAFF-64F270A23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70980009" name="Номер слайда 12">
            <a:extLst xmlns:a="http://schemas.openxmlformats.org/drawingml/2006/main">
              <a:ext uri="{FF2B5EF4-FFF2-40B4-BE49-F238E27FC236}">
                <a16:creationId xmlns:a16="http://schemas.microsoft.com/office/drawing/2014/main" id="{F27F1E01-9B2E-4FF5-8E0F-9309BD0149F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fld id="{90F7333B-44AC-F7E9-D49D-FE92F45E0477}" type="slidenum">
              <a:rPr>
                <a:solidFill>
                  <a:schemeClr val="accent5"/>
                </a:solidFill>
              </a:rPr>
              <a:t>17</a:t>
            </a:fld>
          </a:p>
        </p:txBody>
      </p:sp>
      <p:sp>
        <p:nvSpPr>
          <p:cNvPr id="1845791128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DAFC6B83-2446-4E67-9197-5A618933EFCE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346075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FC3777"/>
                </a:solidFill>
              </a:rPr>
              <a:t>A5000 BENCHMARK</a:t>
            </a:r>
          </a:p>
        </p:txBody>
      </p:sp>
      <p:sp>
        <p:nvSpPr>
          <p:cNvPr id="175425605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81799234-48C6-4DFB-ACFF-B5E51D946C3A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346075" y="1814077"/>
            <a:ext cx="2526079" cy="1120685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Замерить тот же strict benchmark на стенде организаторов и зафиксировать p50/p95.</a:t>
            </a:r>
          </a:p>
        </p:txBody>
      </p:sp>
      <p:sp>
        <p:nvSpPr>
          <p:cNvPr id="567808411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6C5E7AE0-859C-4EC6-A02B-DEDF1DF5E61D}"/>
              </a:ext>
            </a:extLst>
          </p:cNvPr>
          <p:cNvSpPr>
            <a:spLocks xmlns:a="http://schemas.openxmlformats.org/drawingml/2006/main" noGrp="1"/>
          </p:cNvSpPr>
          <p:nvPr>
            <p:ph type="body" idx="28"/>
          </p:nvPr>
        </p:nvSpPr>
        <p:spPr>
          <a:xfrm xmlns:a="http://schemas.openxmlformats.org/drawingml/2006/main">
            <a:off x="4832960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FC3777"/>
                </a:solidFill>
              </a:rPr>
              <a:t>VIEW-AWARE</a:t>
            </a:r>
          </a:p>
        </p:txBody>
      </p:sp>
      <p:sp>
        <p:nvSpPr>
          <p:cNvPr id="1063055699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CA5A0BB0-3AA0-4A00-9EDB-D6024B970B66}"/>
              </a:ext>
            </a:extLst>
          </p:cNvPr>
          <p:cNvSpPr>
            <a:spLocks xmlns:a="http://schemas.openxmlformats.org/drawingml/2006/main" noGrp="1"/>
          </p:cNvSpPr>
          <p:nvPr>
            <p:ph type="body" idx="29"/>
          </p:nvPr>
        </p:nvSpPr>
        <p:spPr>
          <a:xfrm xmlns:a="http://schemas.openxmlformats.org/drawingml/2006/main">
            <a:off x="4832960" y="1814077"/>
            <a:ext cx="2526079" cy="1120685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Обучить сопоставление частей с явным учётом front/side/rear без camera_id.</a:t>
            </a:r>
          </a:p>
        </p:txBody>
      </p:sp>
      <p:sp>
        <p:nvSpPr>
          <p:cNvPr id="1501354303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11CB69F1-33AF-4F1E-A6F0-29B3D2021003}"/>
              </a:ext>
            </a:extLst>
          </p:cNvPr>
          <p:cNvSpPr>
            <a:spLocks xmlns:a="http://schemas.openxmlformats.org/drawingml/2006/main" noGrp="1"/>
          </p:cNvSpPr>
          <p:nvPr>
            <p:ph type="body" idx="30"/>
          </p:nvPr>
        </p:nvSpPr>
        <p:spPr>
          <a:xfrm xmlns:a="http://schemas.openxmlformats.org/drawingml/2006/main">
            <a:off x="9330862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FC3777"/>
                </a:solidFill>
              </a:rPr>
              <a:t>POLICY MONITOR</a:t>
            </a:r>
          </a:p>
        </p:txBody>
      </p:sp>
      <p:sp>
        <p:nvSpPr>
          <p:cNvPr id="1321846474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1D099CC-54D1-431E-86E1-870600C90F74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9330862" y="1814077"/>
            <a:ext cx="2526079" cy="1120685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Калибровать отказ по реальной доле unknown и стоимости ложного принятия.</a:t>
            </a:r>
          </a:p>
        </p:txBody>
      </p:sp>
      <p:sp>
        <p:nvSpPr>
          <p:cNvPr id="21704065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9B9700D3-8C7B-45A3-A377-35A08F4012B9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2593517" y="4825338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FC3777"/>
                </a:solidFill>
              </a:rPr>
              <a:t>SMALL BBOX</a:t>
            </a:r>
          </a:p>
        </p:txBody>
      </p:sp>
      <p:sp>
        <p:nvSpPr>
          <p:cNvPr id="85298067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5731EA59-4B0E-47C7-98B0-A29532698716}"/>
              </a:ext>
            </a:extLst>
          </p:cNvPr>
          <p:cNvSpPr>
            <a:spLocks xmlns:a="http://schemas.openxmlformats.org/drawingml/2006/main" noGrp="1"/>
          </p:cNvSpPr>
          <p:nvPr>
            <p:ph type="body" idx="33"/>
          </p:nvPr>
        </p:nvSpPr>
        <p:spPr>
          <a:xfrm xmlns:a="http://schemas.openxmlformats.org/drawingml/2006/main">
            <a:off x="2593517" y="5181340"/>
            <a:ext cx="2526079" cy="1120685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High-resolution/distillation для малых объектов: сейчас отставание Rank‑1 около 7.3 п.п.</a:t>
            </a:r>
          </a:p>
        </p:txBody>
      </p:sp>
      <p:sp>
        <p:nvSpPr>
          <p:cNvPr id="58284361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F38BD05B-A971-4361-B7F3-0CA458F53641}"/>
              </a:ext>
            </a:extLst>
          </p:cNvPr>
          <p:cNvSpPr>
            <a:spLocks xmlns:a="http://schemas.openxmlformats.org/drawingml/2006/main" noGrp="1"/>
          </p:cNvSpPr>
          <p:nvPr>
            <p:ph type="body" idx="34"/>
          </p:nvPr>
        </p:nvSpPr>
        <p:spPr>
          <a:xfrm xmlns:a="http://schemas.openxmlformats.org/drawingml/2006/main">
            <a:off x="7080402" y="4825338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FC3777"/>
                </a:solidFill>
              </a:rPr>
              <a:t>HARD RERANKER</a:t>
            </a:r>
          </a:p>
        </p:txBody>
      </p:sp>
      <p:sp>
        <p:nvSpPr>
          <p:cNvPr id="1837104852" name="Текст 10">
            <a:extLst xmlns:a="http://schemas.openxmlformats.org/drawingml/2006/main">
              <a:ext uri="{FF2B5EF4-FFF2-40B4-BE49-F238E27FC236}">
                <a16:creationId xmlns:a16="http://schemas.microsoft.com/office/drawing/2014/main" id="{80B35A3B-04B4-4331-A2D4-A43994B93880}"/>
              </a:ext>
            </a:extLst>
          </p:cNvPr>
          <p:cNvSpPr>
            <a:spLocks xmlns:a="http://schemas.openxmlformats.org/drawingml/2006/main" noGrp="1"/>
          </p:cNvSpPr>
          <p:nvPr>
            <p:ph type="body" idx="35"/>
          </p:nvPr>
        </p:nvSpPr>
        <p:spPr>
          <a:xfrm xmlns:a="http://schemas.openxmlformats.org/drawingml/2006/main">
            <a:off x="7080402" y="5181340"/>
            <a:ext cx="2526079" cy="1120685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rgbClr val="2D1451"/>
                </a:solidFill>
              </a:rPr>
              <a:t>Сфокусировать обучение на 689 случаях, где правильный ответ уже стоит на 2–5 месте.</a:t>
            </a:r>
          </a:p>
        </p:txBody>
      </p:sp>
      <p:sp>
        <p:nvSpPr>
          <p:cNvPr id="1731368653" name="Прямая соединительная линия 33">
            <a:extLst xmlns:a="http://schemas.openxmlformats.org/drawingml/2006/main">
              <a:ext uri="{FF2B5EF4-FFF2-40B4-BE49-F238E27FC236}">
                <a16:creationId xmlns:a16="http://schemas.microsoft.com/office/drawing/2014/main" id="{79BFEF18-26F7-43D0-BD2B-491609911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5940" y="3860224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024670215" name="Прямая соединительная линия 34">
            <a:extLst xmlns:a="http://schemas.openxmlformats.org/drawingml/2006/main">
              <a:ext uri="{FF2B5EF4-FFF2-40B4-BE49-F238E27FC236}">
                <a16:creationId xmlns:a16="http://schemas.microsoft.com/office/drawing/2014/main" id="{9C80D890-FB3F-43A3-9B4B-F0876D338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2137" y="3862139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20144373" name="Прямая соединительная линия 35">
            <a:extLst xmlns:a="http://schemas.openxmlformats.org/drawingml/2006/main">
              <a:ext uri="{FF2B5EF4-FFF2-40B4-BE49-F238E27FC236}">
                <a16:creationId xmlns:a16="http://schemas.microsoft.com/office/drawing/2014/main" id="{71E6D639-913A-4396-B4A6-7FEE14FBA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334" y="3862139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934664500" name="Прямая соединительная линия 36">
            <a:extLst xmlns:a="http://schemas.openxmlformats.org/drawingml/2006/main">
              <a:ext uri="{FF2B5EF4-FFF2-40B4-BE49-F238E27FC236}">
                <a16:creationId xmlns:a16="http://schemas.microsoft.com/office/drawing/2014/main" id="{B9FB534B-DF89-4008-A203-80408D59B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0467" y="3862139"/>
            <a:ext cx="1332545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05829465" name="Прямая соединительная линия 37">
            <a:extLst xmlns:a="http://schemas.openxmlformats.org/drawingml/2006/main">
              <a:ext uri="{FF2B5EF4-FFF2-40B4-BE49-F238E27FC236}">
                <a16:creationId xmlns:a16="http://schemas.microsoft.com/office/drawing/2014/main" id="{6D485B4F-5D55-497B-A3CB-BC0E160F5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114" y="2934762"/>
            <a:ext cx="1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792336023" name="Прямая соединительная линия 38">
            <a:extLst xmlns:a="http://schemas.openxmlformats.org/drawingml/2006/main">
              <a:ext uri="{FF2B5EF4-FFF2-40B4-BE49-F238E27FC236}">
                <a16:creationId xmlns:a16="http://schemas.microsoft.com/office/drawing/2014/main" id="{B0D9170A-0269-48D0-8BAF-026F638CB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5312" y="4216228"/>
            <a:ext cx="1245" cy="575062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66998851" name="Прямая соединительная линия 39">
            <a:extLst xmlns:a="http://schemas.openxmlformats.org/drawingml/2006/main">
              <a:ext uri="{FF2B5EF4-FFF2-40B4-BE49-F238E27FC236}">
                <a16:creationId xmlns:a16="http://schemas.microsoft.com/office/drawing/2014/main" id="{FA2055B8-8EED-4278-AEF2-CC7F65C42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34762"/>
            <a:ext cx="5509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907937511" name="Прямая соединительная линия 40">
            <a:extLst xmlns:a="http://schemas.openxmlformats.org/drawingml/2006/main">
              <a:ext uri="{FF2B5EF4-FFF2-40B4-BE49-F238E27FC236}">
                <a16:creationId xmlns:a16="http://schemas.microsoft.com/office/drawing/2014/main" id="{546A02D4-6851-4267-B1E6-88C68F0BA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8343442" y="4216228"/>
            <a:ext cx="4264" cy="575062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757810320" name="Прямая соединительная линия 41">
            <a:extLst xmlns:a="http://schemas.openxmlformats.org/drawingml/2006/main">
              <a:ext uri="{FF2B5EF4-FFF2-40B4-BE49-F238E27FC236}">
                <a16:creationId xmlns:a16="http://schemas.microsoft.com/office/drawing/2014/main" id="{CBA4F9B3-F47F-4D39-8B38-721DDCAB9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3901" y="2934762"/>
            <a:ext cx="1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58751272" name="Скругленный прямоугольник 42">
            <a:extLst xmlns:a="http://schemas.openxmlformats.org/drawingml/2006/main">
              <a:ext uri="{FF2B5EF4-FFF2-40B4-BE49-F238E27FC236}">
                <a16:creationId xmlns:a16="http://schemas.microsoft.com/office/drawing/2014/main" id="{CF231F77-CDCF-49A7-9FE8-9D1867243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1126" y="3508049"/>
            <a:ext cx="874814" cy="708179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1</a:t>
            </a:r>
          </a:p>
        </p:txBody>
      </p:sp>
      <p:sp>
        <p:nvSpPr>
          <p:cNvPr id="812859897" name="Скругленный прямоугольник 43">
            <a:extLst xmlns:a="http://schemas.openxmlformats.org/drawingml/2006/main">
              <a:ext uri="{FF2B5EF4-FFF2-40B4-BE49-F238E27FC236}">
                <a16:creationId xmlns:a16="http://schemas.microsoft.com/office/drawing/2014/main" id="{37D87DB0-31F2-446F-8DE7-424D71D10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2397" y="3506136"/>
            <a:ext cx="874814" cy="708179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2</a:t>
            </a:r>
          </a:p>
        </p:txBody>
      </p:sp>
      <p:sp>
        <p:nvSpPr>
          <p:cNvPr id="108934526" name="Скругленный прямоугольник 44">
            <a:extLst xmlns:a="http://schemas.openxmlformats.org/drawingml/2006/main">
              <a:ext uri="{FF2B5EF4-FFF2-40B4-BE49-F238E27FC236}">
                <a16:creationId xmlns:a16="http://schemas.microsoft.com/office/drawing/2014/main" id="{CC439717-08AA-4BF8-8535-722CE7ADE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8594" y="3516255"/>
            <a:ext cx="874814" cy="708179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3</a:t>
            </a:r>
          </a:p>
        </p:txBody>
      </p:sp>
      <p:sp>
        <p:nvSpPr>
          <p:cNvPr id="1741896490" name="Скругленный прямоугольник 52">
            <a:extLst xmlns:a="http://schemas.openxmlformats.org/drawingml/2006/main">
              <a:ext uri="{FF2B5EF4-FFF2-40B4-BE49-F238E27FC236}">
                <a16:creationId xmlns:a16="http://schemas.microsoft.com/office/drawing/2014/main" id="{B11E4735-E292-417C-AB3C-96FBF76ED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9752" y="3506134"/>
            <a:ext cx="874814" cy="708179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4</a:t>
            </a:r>
          </a:p>
        </p:txBody>
      </p:sp>
      <p:sp>
        <p:nvSpPr>
          <p:cNvPr id="1007682587" name="Скругленный прямоугольник 53">
            <a:extLst xmlns:a="http://schemas.openxmlformats.org/drawingml/2006/main">
              <a:ext uri="{FF2B5EF4-FFF2-40B4-BE49-F238E27FC236}">
                <a16:creationId xmlns:a16="http://schemas.microsoft.com/office/drawing/2014/main" id="{54B6BCE1-405A-469F-AC68-C02A319B4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3011" y="3538625"/>
            <a:ext cx="874814" cy="708179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5</a:t>
            </a:r>
          </a:p>
        </p:txBody>
      </p:sp>
      <p:sp>
        <p:nvSpPr>
          <p:cNvPr id="1475492823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4AC444F8-A2CC-46E8-98AC-7BE9F4E758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ПЛАН РАЗВИТИЯ</a:t>
            </a:r>
          </a:p>
        </p:txBody>
      </p:sp>
      <p:sp>
        <p:nvSpPr>
          <p:cNvPr id="1473606708" name="Скругленный 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650A4214-FB78-433C-B4B1-E03ACD048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4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86179979" name="Скругленный прямоугольник 15">
            <a:extLst xmlns:a="http://schemas.openxmlformats.org/drawingml/2006/main">
              <a:ext uri="{FF2B5EF4-FFF2-40B4-BE49-F238E27FC236}">
                <a16:creationId xmlns:a16="http://schemas.microsoft.com/office/drawing/2014/main" id="{71481603-7CA9-4036-B99B-D1742455C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41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053687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C351E3DD-2601-41A4-A2DA-F093BA94A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8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93685711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734A3730-7272-484F-A700-51121D7EF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1878" y="4825338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24313899" name="Скругленный 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DE7F75AD-2B5F-419C-BC5E-08FF8995F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8708" y="4791290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1730402329"/>
      </p:ext>
    </p:extLst>
  </p:cSld>
</p:sld>
</file>

<file path=ppt/slides/slide18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40199916" name="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B076B6C3-F44C-4E61-ABCB-BF864CFA8B5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" y="3894513"/>
            <a:ext cx="6271845" cy="170674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268288" indent="0">
              <a:buNone/>
            </a:pPr>
            <a:r>
              <a:t>ГОТОВЫ К ПИЛОТУ</a:t>
            </a:r>
          </a:p>
        </p:txBody>
      </p:sp>
      <p:sp>
        <p:nvSpPr>
          <p:cNvPr id="1636791008" name="Рисунок 3">
            <a:extLst xmlns:a="http://schemas.openxmlformats.org/drawingml/2006/main">
              <a:ext uri="{FF2B5EF4-FFF2-40B4-BE49-F238E27FC236}">
                <a16:creationId xmlns:a16="http://schemas.microsoft.com/office/drawing/2014/main" id="{C84769B8-FC15-469B-B28C-826A14388F5E}"/>
              </a:ext>
            </a:extLst>
          </p:cNvPr>
          <p:cNvSpPr>
            <a:spLocks xmlns:a="http://schemas.openxmlformats.org/drawingml/2006/main" noGrp="1"/>
          </p:cNvSpPr>
          <p:nvPr>
            <p:ph type="pic" idx="11"/>
          </p:nvPr>
        </p:nvSpPr>
        <p:spPr>
          <a:xfrm xmlns:a="http://schemas.openxmlformats.org/drawingml/2006/main">
            <a:off x="305186" y="329801"/>
            <a:ext cx="5193299" cy="1082589"/>
          </a:xfrm>
        </p:spPr>
      </p:sp>
      <p:sp>
        <p:nvSpPr>
          <p:cNvPr id="757351073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6F30C0F3-9276-4CD1-A35C-BDAE8B1E6937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0" y="5659501"/>
            <a:ext cx="8930641" cy="757174"/>
          </a:xfrm>
        </p:spPr>
        <p:txBody>
          <a:bodyPr xmlns:a="http://schemas.openxmlformats.org/drawingml/2006/main" anchor="ctr">
            <a:normAutofit fontScale="68244"/>
          </a:bodyPr>
          <a:lstStyle xmlns:a="http://schemas.openxmlformats.org/drawingml/2006/main"/>
          <a:p xmlns:a="http://schemas.openxmlformats.org/drawingml/2006/main">
            <a:pPr indent="268288">
              <a:buNone/>
            </a:pPr>
            <a:r>
              <a:t>TryToBeatMyCodex · Роман Захаров · Александр Пирогов</a:t>
            </a:r>
          </a:p>
          <a:p xmlns:a="http://schemas.openxmlformats.org/drawingml/2006/main">
            <a:pPr indent="268288">
              <a:buNone/>
            </a:pPr>
            <a:r>
              <a:t>roman.zakharov.d@gmail.com · aypirogov@gmail.com</a:t>
            </a:r>
          </a:p>
          <a:p xmlns:a="http://schemas.openxmlformats.org/drawingml/2006/main">
            <a:pPr indent="268288">
              <a:buNone/>
            </a:pPr>
            <a:r>
              <a:t>github.com/TheOneHighAbove/LDT-Hackathon-2026-Falcon-Tech</a:t>
            </a:r>
          </a:p>
        </p:txBody>
      </p:sp>
      <p:sp>
        <p:nvSpPr>
          <p:cNvPr id="1091804844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A7E8835C-22B1-4A61-BA4F-2A1476FC3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6709" y="-313993"/>
            <a:ext cx="6125156" cy="2285622"/>
          </a:xfrm>
          <a:prstGeom xmlns:a="http://schemas.openxmlformats.org/drawingml/2006/main" prst="roundRect">
            <a:avLst>
              <a:gd name="adj" fmla="val 9821"/>
            </a:avLst>
          </a:prstGeom>
          <a:noFill xmlns:a="http://schemas.openxmlformats.org/drawingml/2006/main"/>
          <a:ln xmlns:a="http://schemas.openxmlformats.org/drawingml/2006/main" w="9525" cmpd="sng">
            <a:solidFill>
              <a:schemeClr val="accent2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>
            <a:srgbClr val="000000"/>
          </a:lnRef>
          <a:fillRef xmlns:a="http://schemas.openxmlformats.org/drawingml/2006/main" idx="0">
            <a:srgbClr val="000000"/>
          </a:fillRef>
          <a:effectRef xmlns:a="http://schemas.openxmlformats.org/drawingml/2006/main" idx="0">
            <a:srgbClr val="000000"/>
          </a:effectRef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1786992838"/>
      </p:ext>
    </p:extLst>
  </p:cSld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2026-09-29T11:08:37.9080000Z</dcterms:created>
  <dcterms:modified xsi:type="dcterms:W3CDTF">2026-09-29T11:08:37.9080000Z</dcterms:modified>
</coreProperties>
</file>